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pos="5310">
          <p15:clr>
            <a:srgbClr val="A4A3A4"/>
          </p15:clr>
        </p15:guide>
        <p15:guide id="2" orient="horz" pos="16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1434" y="102"/>
      </p:cViewPr>
      <p:guideLst>
        <p:guide pos="5310"/>
        <p:guide orient="horz" pos="16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5" name="Google Shape;2635;g10b651380e3_0_15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6" name="Google Shape;2636;g10b651380e3_0_15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6" name="Google Shape;2706;g10b651380e3_0_20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7" name="Google Shape;2707;g10b651380e3_0_20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282800" y="1285125"/>
            <a:ext cx="6578400" cy="22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211600" y="3865700"/>
            <a:ext cx="4720800" cy="3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3640848" y="2185426"/>
            <a:ext cx="4088811" cy="4088811"/>
            <a:chOff x="-3640848" y="2185426"/>
            <a:chExt cx="4088811" cy="4088811"/>
          </a:xfrm>
        </p:grpSpPr>
        <p:sp>
          <p:nvSpPr>
            <p:cNvPr id="12" name="Google Shape;12;p2"/>
            <p:cNvSpPr/>
            <p:nvPr/>
          </p:nvSpPr>
          <p:spPr>
            <a:xfrm flipH="1">
              <a:off x="-3640848" y="21854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>
              <a:off x="-3640848" y="21854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-2722250" y="-1079764"/>
            <a:ext cx="3769563" cy="11358057"/>
            <a:chOff x="-2722250" y="-1079764"/>
            <a:chExt cx="3769563" cy="11358057"/>
          </a:xfrm>
        </p:grpSpPr>
        <p:sp>
          <p:nvSpPr>
            <p:cNvPr id="15" name="Google Shape;15;p2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" name="Google Shape;29;p2"/>
          <p:cNvGrpSpPr/>
          <p:nvPr/>
        </p:nvGrpSpPr>
        <p:grpSpPr>
          <a:xfrm>
            <a:off x="746900" y="-550225"/>
            <a:ext cx="1982975" cy="2013575"/>
            <a:chOff x="746900" y="-550225"/>
            <a:chExt cx="1982975" cy="2013575"/>
          </a:xfrm>
        </p:grpSpPr>
        <p:sp>
          <p:nvSpPr>
            <p:cNvPr id="30" name="Google Shape;30;p2"/>
            <p:cNvSpPr/>
            <p:nvPr/>
          </p:nvSpPr>
          <p:spPr>
            <a:xfrm>
              <a:off x="857425" y="-430200"/>
              <a:ext cx="1746850" cy="1775450"/>
            </a:xfrm>
            <a:custGeom>
              <a:avLst/>
              <a:gdLst/>
              <a:ahLst/>
              <a:cxnLst/>
              <a:rect l="l" t="t" r="r" b="b"/>
              <a:pathLst>
                <a:path w="69874" h="71018" extrusionOk="0">
                  <a:moveTo>
                    <a:pt x="0" y="71018"/>
                  </a:moveTo>
                  <a:lnTo>
                    <a:pt x="23258" y="47640"/>
                  </a:lnTo>
                  <a:lnTo>
                    <a:pt x="21067" y="32258"/>
                  </a:lnTo>
                  <a:lnTo>
                    <a:pt x="36760" y="15827"/>
                  </a:lnTo>
                  <a:lnTo>
                    <a:pt x="53571" y="15803"/>
                  </a:lnTo>
                  <a:lnTo>
                    <a:pt x="6987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dist="19050" algn="bl" rotWithShape="0">
                <a:schemeClr val="accent1"/>
              </a:outerShdw>
            </a:effectLst>
          </p:spPr>
        </p:sp>
        <p:sp>
          <p:nvSpPr>
            <p:cNvPr id="31" name="Google Shape;31;p2"/>
            <p:cNvSpPr/>
            <p:nvPr/>
          </p:nvSpPr>
          <p:spPr>
            <a:xfrm>
              <a:off x="746900" y="1312750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2579275" y="-550225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857425" y="-430200"/>
              <a:ext cx="1746850" cy="1775450"/>
            </a:xfrm>
            <a:custGeom>
              <a:avLst/>
              <a:gdLst/>
              <a:ahLst/>
              <a:cxnLst/>
              <a:rect l="l" t="t" r="r" b="b"/>
              <a:pathLst>
                <a:path w="69874" h="71018" extrusionOk="0">
                  <a:moveTo>
                    <a:pt x="0" y="71018"/>
                  </a:moveTo>
                  <a:lnTo>
                    <a:pt x="23258" y="47640"/>
                  </a:lnTo>
                  <a:lnTo>
                    <a:pt x="21067" y="32258"/>
                  </a:lnTo>
                  <a:lnTo>
                    <a:pt x="36760" y="15827"/>
                  </a:lnTo>
                  <a:lnTo>
                    <a:pt x="53571" y="15803"/>
                  </a:lnTo>
                  <a:lnTo>
                    <a:pt x="6987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</p:grpSp>
      <p:grpSp>
        <p:nvGrpSpPr>
          <p:cNvPr id="34" name="Google Shape;34;p2"/>
          <p:cNvGrpSpPr/>
          <p:nvPr/>
        </p:nvGrpSpPr>
        <p:grpSpPr>
          <a:xfrm>
            <a:off x="8129425" y="2555026"/>
            <a:ext cx="4222888" cy="4088811"/>
            <a:chOff x="8129425" y="2555026"/>
            <a:chExt cx="4222888" cy="4088811"/>
          </a:xfrm>
        </p:grpSpPr>
        <p:sp>
          <p:nvSpPr>
            <p:cNvPr id="35" name="Google Shape;35;p2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2"/>
          <p:cNvGrpSpPr/>
          <p:nvPr/>
        </p:nvGrpSpPr>
        <p:grpSpPr>
          <a:xfrm>
            <a:off x="8430775" y="-2181926"/>
            <a:ext cx="2504551" cy="4575301"/>
            <a:chOff x="8430775" y="-2181926"/>
            <a:chExt cx="2504551" cy="4575301"/>
          </a:xfrm>
        </p:grpSpPr>
        <p:sp>
          <p:nvSpPr>
            <p:cNvPr id="44" name="Google Shape;44;p2"/>
            <p:cNvSpPr/>
            <p:nvPr/>
          </p:nvSpPr>
          <p:spPr>
            <a:xfrm rot="10800000">
              <a:off x="8538272" y="-2181926"/>
              <a:ext cx="2397054" cy="4463204"/>
            </a:xfrm>
            <a:custGeom>
              <a:avLst/>
              <a:gdLst/>
              <a:ahLst/>
              <a:cxnLst/>
              <a:rect l="l" t="t" r="r" b="b"/>
              <a:pathLst>
                <a:path w="37473" h="69773" fill="none" extrusionOk="0">
                  <a:moveTo>
                    <a:pt x="0" y="69773"/>
                  </a:moveTo>
                  <a:lnTo>
                    <a:pt x="30223" y="39550"/>
                  </a:lnTo>
                  <a:lnTo>
                    <a:pt x="30223" y="7230"/>
                  </a:lnTo>
                  <a:lnTo>
                    <a:pt x="37473" y="1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430775" y="2242775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 rot="10800000">
              <a:off x="8538272" y="-2181926"/>
              <a:ext cx="2397054" cy="4463204"/>
            </a:xfrm>
            <a:custGeom>
              <a:avLst/>
              <a:gdLst/>
              <a:ahLst/>
              <a:cxnLst/>
              <a:rect l="l" t="t" r="r" b="b"/>
              <a:pathLst>
                <a:path w="37473" h="69773" fill="none" extrusionOk="0">
                  <a:moveTo>
                    <a:pt x="0" y="69773"/>
                  </a:moveTo>
                  <a:lnTo>
                    <a:pt x="30223" y="39550"/>
                  </a:lnTo>
                  <a:lnTo>
                    <a:pt x="30223" y="7230"/>
                  </a:lnTo>
                  <a:lnTo>
                    <a:pt x="37473" y="1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8430775" y="2242775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" name="Google Shape;48;p2"/>
          <p:cNvGrpSpPr/>
          <p:nvPr/>
        </p:nvGrpSpPr>
        <p:grpSpPr>
          <a:xfrm rot="10800000" flipH="1">
            <a:off x="4980106" y="-10605742"/>
            <a:ext cx="3769563" cy="11358057"/>
            <a:chOff x="-2722250" y="-1079764"/>
            <a:chExt cx="3769563" cy="11358057"/>
          </a:xfrm>
        </p:grpSpPr>
        <p:sp>
          <p:nvSpPr>
            <p:cNvPr id="49" name="Google Shape;49;p2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>
            <a:spLocks noGrp="1"/>
          </p:cNvSpPr>
          <p:nvPr>
            <p:ph type="title"/>
          </p:nvPr>
        </p:nvSpPr>
        <p:spPr>
          <a:xfrm>
            <a:off x="2206800" y="2374150"/>
            <a:ext cx="4730400" cy="68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65" name="Google Shape;65;p3"/>
          <p:cNvSpPr txBox="1">
            <a:spLocks noGrp="1"/>
          </p:cNvSpPr>
          <p:nvPr>
            <p:ph type="subTitle" idx="1"/>
          </p:nvPr>
        </p:nvSpPr>
        <p:spPr>
          <a:xfrm>
            <a:off x="3137400" y="3519025"/>
            <a:ext cx="2869200" cy="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66" name="Google Shape;66;p3"/>
          <p:cNvSpPr txBox="1">
            <a:spLocks noGrp="1"/>
          </p:cNvSpPr>
          <p:nvPr>
            <p:ph type="title" idx="2" hasCustomPrompt="1"/>
          </p:nvPr>
        </p:nvSpPr>
        <p:spPr>
          <a:xfrm>
            <a:off x="2206800" y="1223888"/>
            <a:ext cx="4730400" cy="8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67" name="Google Shape;67;p3"/>
          <p:cNvSpPr/>
          <p:nvPr/>
        </p:nvSpPr>
        <p:spPr>
          <a:xfrm rot="-2716073">
            <a:off x="207070" y="4107647"/>
            <a:ext cx="881792" cy="881848"/>
          </a:xfrm>
          <a:custGeom>
            <a:avLst/>
            <a:gdLst/>
            <a:ahLst/>
            <a:cxnLst/>
            <a:rect l="l" t="t" r="r" b="b"/>
            <a:pathLst>
              <a:path w="15865" h="15866" fill="none" extrusionOk="0">
                <a:moveTo>
                  <a:pt x="0" y="15865"/>
                </a:moveTo>
                <a:lnTo>
                  <a:pt x="15865" y="0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0365"/>
            <a:headEnd type="none" w="sm" len="sm"/>
            <a:tailEnd type="none" w="sm" len="sm"/>
          </a:ln>
          <a:effectLst>
            <a:outerShdw blurRad="128588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3"/>
          <p:cNvSpPr/>
          <p:nvPr/>
        </p:nvSpPr>
        <p:spPr>
          <a:xfrm rot="-8083939" flipH="1">
            <a:off x="12612" y="120992"/>
            <a:ext cx="1077180" cy="688261"/>
          </a:xfrm>
          <a:custGeom>
            <a:avLst/>
            <a:gdLst/>
            <a:ahLst/>
            <a:cxnLst/>
            <a:rect l="l" t="t" r="r" b="b"/>
            <a:pathLst>
              <a:path w="17149" h="10957" fill="none" extrusionOk="0">
                <a:moveTo>
                  <a:pt x="0" y="10957"/>
                </a:moveTo>
                <a:lnTo>
                  <a:pt x="10957" y="0"/>
                </a:lnTo>
                <a:lnTo>
                  <a:pt x="17148" y="0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0365"/>
            <a:headEnd type="none" w="sm" len="sm"/>
            <a:tailEnd type="none" w="sm" len="sm"/>
          </a:ln>
          <a:effectLst>
            <a:outerShdw blurRad="128588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662964" y="1069188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362076" y="-271875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592764" y="3831511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3"/>
          <p:cNvSpPr/>
          <p:nvPr/>
        </p:nvSpPr>
        <p:spPr>
          <a:xfrm rot="-5400000">
            <a:off x="1128212" y="3428989"/>
            <a:ext cx="117523" cy="117523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3"/>
          <p:cNvSpPr/>
          <p:nvPr/>
        </p:nvSpPr>
        <p:spPr>
          <a:xfrm rot="-5400000">
            <a:off x="1128212" y="4031264"/>
            <a:ext cx="117523" cy="117523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"/>
          <p:cNvSpPr/>
          <p:nvPr/>
        </p:nvSpPr>
        <p:spPr>
          <a:xfrm rot="-5400000">
            <a:off x="1128212" y="3830506"/>
            <a:ext cx="117523" cy="117523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"/>
          <p:cNvSpPr/>
          <p:nvPr/>
        </p:nvSpPr>
        <p:spPr>
          <a:xfrm rot="-5400000">
            <a:off x="1128212" y="3629747"/>
            <a:ext cx="117523" cy="117523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6" name="Google Shape;76;p3"/>
          <p:cNvGrpSpPr/>
          <p:nvPr/>
        </p:nvGrpSpPr>
        <p:grpSpPr>
          <a:xfrm>
            <a:off x="-1624871" y="-4592"/>
            <a:ext cx="5178842" cy="5178453"/>
            <a:chOff x="-1624871" y="-4592"/>
            <a:chExt cx="5178842" cy="5178453"/>
          </a:xfrm>
        </p:grpSpPr>
        <p:sp>
          <p:nvSpPr>
            <p:cNvPr id="77" name="Google Shape;77;p3"/>
            <p:cNvSpPr/>
            <p:nvPr/>
          </p:nvSpPr>
          <p:spPr>
            <a:xfrm rot="-2716073">
              <a:off x="-851697" y="738985"/>
              <a:ext cx="3632494" cy="3691299"/>
            </a:xfrm>
            <a:custGeom>
              <a:avLst/>
              <a:gdLst/>
              <a:ahLst/>
              <a:cxnLst/>
              <a:rect l="l" t="t" r="r" b="b"/>
              <a:pathLst>
                <a:path w="65355" h="66413" fill="none" extrusionOk="0">
                  <a:moveTo>
                    <a:pt x="1" y="66412"/>
                  </a:moveTo>
                  <a:lnTo>
                    <a:pt x="37290" y="29123"/>
                  </a:lnTo>
                  <a:lnTo>
                    <a:pt x="45844" y="29123"/>
                  </a:lnTo>
                  <a:lnTo>
                    <a:pt x="58939" y="16048"/>
                  </a:lnTo>
                  <a:lnTo>
                    <a:pt x="58939" y="6436"/>
                  </a:lnTo>
                  <a:lnTo>
                    <a:pt x="6535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 rot="-2716073">
              <a:off x="-851697" y="738985"/>
              <a:ext cx="3632494" cy="3691299"/>
            </a:xfrm>
            <a:custGeom>
              <a:avLst/>
              <a:gdLst/>
              <a:ahLst/>
              <a:cxnLst/>
              <a:rect l="l" t="t" r="r" b="b"/>
              <a:pathLst>
                <a:path w="65355" h="66413" fill="none" extrusionOk="0">
                  <a:moveTo>
                    <a:pt x="1" y="66412"/>
                  </a:moveTo>
                  <a:lnTo>
                    <a:pt x="37290" y="29123"/>
                  </a:lnTo>
                  <a:lnTo>
                    <a:pt x="45844" y="29123"/>
                  </a:lnTo>
                  <a:lnTo>
                    <a:pt x="58939" y="16048"/>
                  </a:lnTo>
                  <a:lnTo>
                    <a:pt x="58939" y="6436"/>
                  </a:lnTo>
                  <a:lnTo>
                    <a:pt x="6535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79;p3"/>
          <p:cNvSpPr/>
          <p:nvPr/>
        </p:nvSpPr>
        <p:spPr>
          <a:xfrm rot="-2716073">
            <a:off x="207058" y="4107647"/>
            <a:ext cx="881792" cy="881848"/>
          </a:xfrm>
          <a:custGeom>
            <a:avLst/>
            <a:gdLst/>
            <a:ahLst/>
            <a:cxnLst/>
            <a:rect l="l" t="t" r="r" b="b"/>
            <a:pathLst>
              <a:path w="15865" h="15866" fill="none" extrusionOk="0">
                <a:moveTo>
                  <a:pt x="0" y="15865"/>
                </a:moveTo>
                <a:lnTo>
                  <a:pt x="15865" y="0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0365"/>
            <a:headEnd type="none" w="sm" len="sm"/>
            <a:tailEnd type="none" w="sm" len="sm"/>
          </a:ln>
          <a:effectLst>
            <a:outerShdw blurRad="128588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3"/>
          <p:cNvSpPr/>
          <p:nvPr/>
        </p:nvSpPr>
        <p:spPr>
          <a:xfrm rot="-8083939" flipH="1">
            <a:off x="12612" y="120992"/>
            <a:ext cx="1077180" cy="688261"/>
          </a:xfrm>
          <a:custGeom>
            <a:avLst/>
            <a:gdLst/>
            <a:ahLst/>
            <a:cxnLst/>
            <a:rect l="l" t="t" r="r" b="b"/>
            <a:pathLst>
              <a:path w="17149" h="10957" fill="none" extrusionOk="0">
                <a:moveTo>
                  <a:pt x="0" y="10957"/>
                </a:moveTo>
                <a:lnTo>
                  <a:pt x="10957" y="0"/>
                </a:lnTo>
                <a:lnTo>
                  <a:pt x="17148" y="0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0365"/>
            <a:headEnd type="none" w="sm" len="sm"/>
            <a:tailEnd type="none" w="sm" len="sm"/>
          </a:ln>
          <a:effectLst>
            <a:outerShdw blurRad="128588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" name="Google Shape;81;p3"/>
          <p:cNvGrpSpPr/>
          <p:nvPr/>
        </p:nvGrpSpPr>
        <p:grpSpPr>
          <a:xfrm>
            <a:off x="-1064015" y="2306598"/>
            <a:ext cx="3021722" cy="3146276"/>
            <a:chOff x="-1064015" y="2306598"/>
            <a:chExt cx="3021722" cy="3146276"/>
          </a:xfrm>
        </p:grpSpPr>
        <p:sp>
          <p:nvSpPr>
            <p:cNvPr id="82" name="Google Shape;82;p3"/>
            <p:cNvSpPr/>
            <p:nvPr/>
          </p:nvSpPr>
          <p:spPr>
            <a:xfrm rot="-2716073">
              <a:off x="-731526" y="2981210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518938" y="2306598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 rot="-2716073">
              <a:off x="-731526" y="2981210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518938" y="2306598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" name="Google Shape;86;p3"/>
          <p:cNvSpPr/>
          <p:nvPr/>
        </p:nvSpPr>
        <p:spPr>
          <a:xfrm>
            <a:off x="662964" y="1069188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362076" y="-271875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8" name="Google Shape;88;p3"/>
          <p:cNvGrpSpPr/>
          <p:nvPr/>
        </p:nvGrpSpPr>
        <p:grpSpPr>
          <a:xfrm>
            <a:off x="758062" y="2741287"/>
            <a:ext cx="1247068" cy="1340554"/>
            <a:chOff x="758062" y="2741287"/>
            <a:chExt cx="1247068" cy="1340554"/>
          </a:xfrm>
        </p:grpSpPr>
        <p:sp>
          <p:nvSpPr>
            <p:cNvPr id="89" name="Google Shape;89;p3"/>
            <p:cNvSpPr/>
            <p:nvPr/>
          </p:nvSpPr>
          <p:spPr>
            <a:xfrm rot="-2716073">
              <a:off x="940672" y="3017411"/>
              <a:ext cx="881848" cy="881792"/>
            </a:xfrm>
            <a:custGeom>
              <a:avLst/>
              <a:gdLst/>
              <a:ahLst/>
              <a:cxnLst/>
              <a:rect l="l" t="t" r="r" b="b"/>
              <a:pathLst>
                <a:path w="15866" h="15865" fill="none" extrusionOk="0">
                  <a:moveTo>
                    <a:pt x="0" y="15865"/>
                  </a:moveTo>
                  <a:lnTo>
                    <a:pt x="15865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1324501" y="2741287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 rot="-2716073">
              <a:off x="940672" y="3017411"/>
              <a:ext cx="881848" cy="881792"/>
            </a:xfrm>
            <a:custGeom>
              <a:avLst/>
              <a:gdLst/>
              <a:ahLst/>
              <a:cxnLst/>
              <a:rect l="l" t="t" r="r" b="b"/>
              <a:pathLst>
                <a:path w="15866" h="15865" fill="none" extrusionOk="0">
                  <a:moveTo>
                    <a:pt x="0" y="15865"/>
                  </a:moveTo>
                  <a:lnTo>
                    <a:pt x="15865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1324501" y="2741287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3"/>
          <p:cNvSpPr/>
          <p:nvPr/>
        </p:nvSpPr>
        <p:spPr>
          <a:xfrm>
            <a:off x="592751" y="3831511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"/>
          <p:cNvSpPr/>
          <p:nvPr/>
        </p:nvSpPr>
        <p:spPr>
          <a:xfrm rot="-5400000">
            <a:off x="1128212" y="3428989"/>
            <a:ext cx="117523" cy="117523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"/>
          <p:cNvSpPr/>
          <p:nvPr/>
        </p:nvSpPr>
        <p:spPr>
          <a:xfrm rot="-5400000">
            <a:off x="1128212" y="4031264"/>
            <a:ext cx="117523" cy="117523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"/>
          <p:cNvSpPr/>
          <p:nvPr/>
        </p:nvSpPr>
        <p:spPr>
          <a:xfrm rot="-5400000">
            <a:off x="1128212" y="3830506"/>
            <a:ext cx="117523" cy="117523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"/>
          <p:cNvSpPr/>
          <p:nvPr/>
        </p:nvSpPr>
        <p:spPr>
          <a:xfrm rot="-5400000">
            <a:off x="1128212" y="3629747"/>
            <a:ext cx="117523" cy="117523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"/>
          <p:cNvSpPr/>
          <p:nvPr/>
        </p:nvSpPr>
        <p:spPr>
          <a:xfrm rot="8083927">
            <a:off x="7321480" y="1263046"/>
            <a:ext cx="881848" cy="881792"/>
          </a:xfrm>
          <a:custGeom>
            <a:avLst/>
            <a:gdLst/>
            <a:ahLst/>
            <a:cxnLst/>
            <a:rect l="l" t="t" r="r" b="b"/>
            <a:pathLst>
              <a:path w="15866" h="15865" fill="none" extrusionOk="0">
                <a:moveTo>
                  <a:pt x="0" y="15865"/>
                </a:moveTo>
                <a:lnTo>
                  <a:pt x="15865" y="0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0365"/>
            <a:headEnd type="none" w="sm" len="sm"/>
            <a:tailEnd type="none" w="sm" len="sm"/>
          </a:ln>
          <a:effectLst>
            <a:outerShdw blurRad="128588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"/>
          <p:cNvSpPr/>
          <p:nvPr/>
        </p:nvSpPr>
        <p:spPr>
          <a:xfrm rot="8083927">
            <a:off x="8055138" y="172755"/>
            <a:ext cx="881792" cy="881848"/>
          </a:xfrm>
          <a:custGeom>
            <a:avLst/>
            <a:gdLst/>
            <a:ahLst/>
            <a:cxnLst/>
            <a:rect l="l" t="t" r="r" b="b"/>
            <a:pathLst>
              <a:path w="15865" h="15866" fill="none" extrusionOk="0">
                <a:moveTo>
                  <a:pt x="0" y="15865"/>
                </a:moveTo>
                <a:lnTo>
                  <a:pt x="15865" y="0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0365"/>
            <a:headEnd type="none" w="sm" len="sm"/>
            <a:tailEnd type="none" w="sm" len="sm"/>
          </a:ln>
          <a:effectLst>
            <a:outerShdw blurRad="128588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"/>
          <p:cNvSpPr/>
          <p:nvPr/>
        </p:nvSpPr>
        <p:spPr>
          <a:xfrm rot="2716061" flipH="1">
            <a:off x="8054209" y="4352995"/>
            <a:ext cx="1077180" cy="688261"/>
          </a:xfrm>
          <a:custGeom>
            <a:avLst/>
            <a:gdLst/>
            <a:ahLst/>
            <a:cxnLst/>
            <a:rect l="l" t="t" r="r" b="b"/>
            <a:pathLst>
              <a:path w="17149" h="10957" fill="none" extrusionOk="0">
                <a:moveTo>
                  <a:pt x="0" y="10957"/>
                </a:moveTo>
                <a:lnTo>
                  <a:pt x="10957" y="0"/>
                </a:lnTo>
                <a:lnTo>
                  <a:pt x="17148" y="0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0365"/>
            <a:headEnd type="none" w="sm" len="sm"/>
            <a:tailEnd type="none" w="sm" len="sm"/>
          </a:ln>
          <a:effectLst>
            <a:outerShdw blurRad="128588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"/>
          <p:cNvSpPr/>
          <p:nvPr/>
        </p:nvSpPr>
        <p:spPr>
          <a:xfrm rot="10800000">
            <a:off x="8370636" y="3982661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"/>
          <p:cNvSpPr/>
          <p:nvPr/>
        </p:nvSpPr>
        <p:spPr>
          <a:xfrm rot="10800000">
            <a:off x="8671524" y="5323724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"/>
          <p:cNvSpPr/>
          <p:nvPr/>
        </p:nvSpPr>
        <p:spPr>
          <a:xfrm rot="10800000">
            <a:off x="7709099" y="2310562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"/>
          <p:cNvSpPr/>
          <p:nvPr/>
        </p:nvSpPr>
        <p:spPr>
          <a:xfrm rot="10800000">
            <a:off x="8440836" y="1220338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"/>
          <p:cNvSpPr/>
          <p:nvPr/>
        </p:nvSpPr>
        <p:spPr>
          <a:xfrm rot="5400000">
            <a:off x="7898265" y="1615737"/>
            <a:ext cx="117523" cy="117523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"/>
          <p:cNvSpPr/>
          <p:nvPr/>
        </p:nvSpPr>
        <p:spPr>
          <a:xfrm rot="5400000">
            <a:off x="7898265" y="1013462"/>
            <a:ext cx="117523" cy="117523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"/>
          <p:cNvSpPr/>
          <p:nvPr/>
        </p:nvSpPr>
        <p:spPr>
          <a:xfrm rot="5400000">
            <a:off x="7898265" y="1214220"/>
            <a:ext cx="117523" cy="117523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"/>
          <p:cNvSpPr/>
          <p:nvPr/>
        </p:nvSpPr>
        <p:spPr>
          <a:xfrm rot="5400000">
            <a:off x="7898265" y="1414979"/>
            <a:ext cx="117523" cy="117523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9" name="Google Shape;109;p3"/>
          <p:cNvGrpSpPr/>
          <p:nvPr/>
        </p:nvGrpSpPr>
        <p:grpSpPr>
          <a:xfrm>
            <a:off x="5590029" y="-11612"/>
            <a:ext cx="5178842" cy="5178453"/>
            <a:chOff x="5590029" y="-11612"/>
            <a:chExt cx="5178842" cy="5178453"/>
          </a:xfrm>
        </p:grpSpPr>
        <p:sp>
          <p:nvSpPr>
            <p:cNvPr id="110" name="Google Shape;110;p3"/>
            <p:cNvSpPr/>
            <p:nvPr/>
          </p:nvSpPr>
          <p:spPr>
            <a:xfrm rot="8083927">
              <a:off x="6363203" y="731965"/>
              <a:ext cx="3632494" cy="3691299"/>
            </a:xfrm>
            <a:custGeom>
              <a:avLst/>
              <a:gdLst/>
              <a:ahLst/>
              <a:cxnLst/>
              <a:rect l="l" t="t" r="r" b="b"/>
              <a:pathLst>
                <a:path w="65355" h="66413" fill="none" extrusionOk="0">
                  <a:moveTo>
                    <a:pt x="1" y="66412"/>
                  </a:moveTo>
                  <a:lnTo>
                    <a:pt x="37290" y="29123"/>
                  </a:lnTo>
                  <a:lnTo>
                    <a:pt x="45844" y="29123"/>
                  </a:lnTo>
                  <a:lnTo>
                    <a:pt x="58939" y="16048"/>
                  </a:lnTo>
                  <a:lnTo>
                    <a:pt x="58939" y="6436"/>
                  </a:lnTo>
                  <a:lnTo>
                    <a:pt x="6535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 rot="8083927">
              <a:off x="6363203" y="731965"/>
              <a:ext cx="3632494" cy="3691299"/>
            </a:xfrm>
            <a:custGeom>
              <a:avLst/>
              <a:gdLst/>
              <a:ahLst/>
              <a:cxnLst/>
              <a:rect l="l" t="t" r="r" b="b"/>
              <a:pathLst>
                <a:path w="65355" h="66413" fill="none" extrusionOk="0">
                  <a:moveTo>
                    <a:pt x="1" y="66412"/>
                  </a:moveTo>
                  <a:lnTo>
                    <a:pt x="37290" y="29123"/>
                  </a:lnTo>
                  <a:lnTo>
                    <a:pt x="45844" y="29123"/>
                  </a:lnTo>
                  <a:lnTo>
                    <a:pt x="58939" y="16048"/>
                  </a:lnTo>
                  <a:lnTo>
                    <a:pt x="58939" y="6436"/>
                  </a:lnTo>
                  <a:lnTo>
                    <a:pt x="6535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" name="Google Shape;112;p3"/>
          <p:cNvSpPr/>
          <p:nvPr/>
        </p:nvSpPr>
        <p:spPr>
          <a:xfrm rot="8083927">
            <a:off x="7321480" y="1263046"/>
            <a:ext cx="881848" cy="881792"/>
          </a:xfrm>
          <a:custGeom>
            <a:avLst/>
            <a:gdLst/>
            <a:ahLst/>
            <a:cxnLst/>
            <a:rect l="l" t="t" r="r" b="b"/>
            <a:pathLst>
              <a:path w="15866" h="15865" fill="none" extrusionOk="0">
                <a:moveTo>
                  <a:pt x="0" y="15865"/>
                </a:moveTo>
                <a:lnTo>
                  <a:pt x="15865" y="0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0365"/>
            <a:headEnd type="none" w="sm" len="sm"/>
            <a:tailEnd type="none" w="sm" len="sm"/>
          </a:ln>
          <a:effectLst>
            <a:outerShdw blurRad="128588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"/>
          <p:cNvSpPr/>
          <p:nvPr/>
        </p:nvSpPr>
        <p:spPr>
          <a:xfrm rot="8083927">
            <a:off x="8055150" y="172755"/>
            <a:ext cx="881792" cy="881848"/>
          </a:xfrm>
          <a:custGeom>
            <a:avLst/>
            <a:gdLst/>
            <a:ahLst/>
            <a:cxnLst/>
            <a:rect l="l" t="t" r="r" b="b"/>
            <a:pathLst>
              <a:path w="15865" h="15866" fill="none" extrusionOk="0">
                <a:moveTo>
                  <a:pt x="0" y="15865"/>
                </a:moveTo>
                <a:lnTo>
                  <a:pt x="15865" y="0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0365"/>
            <a:headEnd type="none" w="sm" len="sm"/>
            <a:tailEnd type="none" w="sm" len="sm"/>
          </a:ln>
          <a:effectLst>
            <a:outerShdw blurRad="128588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"/>
          <p:cNvSpPr/>
          <p:nvPr/>
        </p:nvSpPr>
        <p:spPr>
          <a:xfrm rot="2716061" flipH="1">
            <a:off x="8054209" y="4352995"/>
            <a:ext cx="1077180" cy="688261"/>
          </a:xfrm>
          <a:custGeom>
            <a:avLst/>
            <a:gdLst/>
            <a:ahLst/>
            <a:cxnLst/>
            <a:rect l="l" t="t" r="r" b="b"/>
            <a:pathLst>
              <a:path w="17149" h="10957" fill="none" extrusionOk="0">
                <a:moveTo>
                  <a:pt x="0" y="10957"/>
                </a:moveTo>
                <a:lnTo>
                  <a:pt x="10957" y="0"/>
                </a:lnTo>
                <a:lnTo>
                  <a:pt x="17148" y="0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0365"/>
            <a:headEnd type="none" w="sm" len="sm"/>
            <a:tailEnd type="none" w="sm" len="sm"/>
          </a:ln>
          <a:effectLst>
            <a:outerShdw blurRad="128588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5" name="Google Shape;115;p3"/>
          <p:cNvGrpSpPr/>
          <p:nvPr/>
        </p:nvGrpSpPr>
        <p:grpSpPr>
          <a:xfrm>
            <a:off x="7186293" y="-290625"/>
            <a:ext cx="3021722" cy="3146276"/>
            <a:chOff x="7186293" y="-290625"/>
            <a:chExt cx="3021722" cy="3146276"/>
          </a:xfrm>
        </p:grpSpPr>
        <p:sp>
          <p:nvSpPr>
            <p:cNvPr id="116" name="Google Shape;116;p3"/>
            <p:cNvSpPr/>
            <p:nvPr/>
          </p:nvSpPr>
          <p:spPr>
            <a:xfrm rot="8083927">
              <a:off x="7518781" y="262329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 rot="10800000">
              <a:off x="8474463" y="2705051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 rot="8083927">
              <a:off x="7518781" y="262329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 rot="10800000">
              <a:off x="8474463" y="2705051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0" name="Google Shape;120;p3"/>
          <p:cNvSpPr/>
          <p:nvPr/>
        </p:nvSpPr>
        <p:spPr>
          <a:xfrm rot="10800000">
            <a:off x="8370636" y="3982661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"/>
          <p:cNvSpPr/>
          <p:nvPr/>
        </p:nvSpPr>
        <p:spPr>
          <a:xfrm rot="10800000">
            <a:off x="8671524" y="5323724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"/>
          <p:cNvSpPr/>
          <p:nvPr/>
        </p:nvSpPr>
        <p:spPr>
          <a:xfrm rot="10800000">
            <a:off x="7709099" y="2310562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"/>
          <p:cNvSpPr/>
          <p:nvPr/>
        </p:nvSpPr>
        <p:spPr>
          <a:xfrm rot="10800000">
            <a:off x="8440849" y="1220338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3"/>
          <p:cNvSpPr/>
          <p:nvPr/>
        </p:nvSpPr>
        <p:spPr>
          <a:xfrm rot="5400000">
            <a:off x="7898265" y="1615737"/>
            <a:ext cx="117523" cy="117523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3"/>
          <p:cNvSpPr/>
          <p:nvPr/>
        </p:nvSpPr>
        <p:spPr>
          <a:xfrm rot="5400000">
            <a:off x="7898265" y="1013462"/>
            <a:ext cx="117523" cy="117523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3"/>
          <p:cNvSpPr/>
          <p:nvPr/>
        </p:nvSpPr>
        <p:spPr>
          <a:xfrm rot="5400000">
            <a:off x="7898265" y="1214220"/>
            <a:ext cx="117523" cy="117523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"/>
          <p:cNvSpPr/>
          <p:nvPr/>
        </p:nvSpPr>
        <p:spPr>
          <a:xfrm rot="5400000">
            <a:off x="7898265" y="1414979"/>
            <a:ext cx="117523" cy="117523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6"/>
          <p:cNvSpPr txBox="1">
            <a:spLocks noGrp="1"/>
          </p:cNvSpPr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grpSp>
        <p:nvGrpSpPr>
          <p:cNvPr id="365" name="Google Shape;365;p6"/>
          <p:cNvGrpSpPr/>
          <p:nvPr/>
        </p:nvGrpSpPr>
        <p:grpSpPr>
          <a:xfrm>
            <a:off x="8681163" y="-2011948"/>
            <a:ext cx="3721951" cy="12135923"/>
            <a:chOff x="-3170262" y="3452177"/>
            <a:chExt cx="3721951" cy="12135923"/>
          </a:xfrm>
        </p:grpSpPr>
        <p:sp>
          <p:nvSpPr>
            <p:cNvPr id="366" name="Google Shape;366;p6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6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6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6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6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6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6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6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6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6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6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6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6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6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6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6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6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6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6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6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6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6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6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6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6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6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6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6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6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6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6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6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6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6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6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6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6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6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6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6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6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6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6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6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6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6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6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6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6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6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6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6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6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6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0" name="Google Shape;420;p6"/>
          <p:cNvGrpSpPr/>
          <p:nvPr/>
        </p:nvGrpSpPr>
        <p:grpSpPr>
          <a:xfrm>
            <a:off x="-3325500" y="-70089"/>
            <a:ext cx="3769563" cy="11358057"/>
            <a:chOff x="-2722250" y="-1079764"/>
            <a:chExt cx="3769563" cy="11358057"/>
          </a:xfrm>
        </p:grpSpPr>
        <p:sp>
          <p:nvSpPr>
            <p:cNvPr id="421" name="Google Shape;421;p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6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6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5" name="Google Shape;435;p6"/>
          <p:cNvGrpSpPr/>
          <p:nvPr/>
        </p:nvGrpSpPr>
        <p:grpSpPr>
          <a:xfrm rot="10800000">
            <a:off x="614519" y="-1255848"/>
            <a:ext cx="1982975" cy="2013575"/>
            <a:chOff x="746900" y="-550225"/>
            <a:chExt cx="1982975" cy="2013575"/>
          </a:xfrm>
        </p:grpSpPr>
        <p:sp>
          <p:nvSpPr>
            <p:cNvPr id="436" name="Google Shape;436;p6"/>
            <p:cNvSpPr/>
            <p:nvPr/>
          </p:nvSpPr>
          <p:spPr>
            <a:xfrm>
              <a:off x="857425" y="-430200"/>
              <a:ext cx="1746850" cy="1775450"/>
            </a:xfrm>
            <a:custGeom>
              <a:avLst/>
              <a:gdLst/>
              <a:ahLst/>
              <a:cxnLst/>
              <a:rect l="l" t="t" r="r" b="b"/>
              <a:pathLst>
                <a:path w="69874" h="71018" extrusionOk="0">
                  <a:moveTo>
                    <a:pt x="0" y="71018"/>
                  </a:moveTo>
                  <a:lnTo>
                    <a:pt x="23258" y="47640"/>
                  </a:lnTo>
                  <a:lnTo>
                    <a:pt x="21067" y="32258"/>
                  </a:lnTo>
                  <a:lnTo>
                    <a:pt x="36760" y="15827"/>
                  </a:lnTo>
                  <a:lnTo>
                    <a:pt x="53571" y="15803"/>
                  </a:lnTo>
                  <a:lnTo>
                    <a:pt x="6987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dist="19050" algn="bl" rotWithShape="0">
                <a:schemeClr val="accent1"/>
              </a:outerShdw>
            </a:effectLst>
          </p:spPr>
        </p:sp>
        <p:sp>
          <p:nvSpPr>
            <p:cNvPr id="437" name="Google Shape;437;p6"/>
            <p:cNvSpPr/>
            <p:nvPr/>
          </p:nvSpPr>
          <p:spPr>
            <a:xfrm>
              <a:off x="746900" y="1312750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6"/>
            <p:cNvSpPr/>
            <p:nvPr/>
          </p:nvSpPr>
          <p:spPr>
            <a:xfrm>
              <a:off x="2579275" y="-550225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6"/>
            <p:cNvSpPr/>
            <p:nvPr/>
          </p:nvSpPr>
          <p:spPr>
            <a:xfrm>
              <a:off x="857425" y="-430200"/>
              <a:ext cx="1746850" cy="1775450"/>
            </a:xfrm>
            <a:custGeom>
              <a:avLst/>
              <a:gdLst/>
              <a:ahLst/>
              <a:cxnLst/>
              <a:rect l="l" t="t" r="r" b="b"/>
              <a:pathLst>
                <a:path w="69874" h="71018" extrusionOk="0">
                  <a:moveTo>
                    <a:pt x="0" y="71018"/>
                  </a:moveTo>
                  <a:lnTo>
                    <a:pt x="23258" y="47640"/>
                  </a:lnTo>
                  <a:lnTo>
                    <a:pt x="21067" y="32258"/>
                  </a:lnTo>
                  <a:lnTo>
                    <a:pt x="36760" y="15827"/>
                  </a:lnTo>
                  <a:lnTo>
                    <a:pt x="53571" y="15803"/>
                  </a:lnTo>
                  <a:lnTo>
                    <a:pt x="6987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oogle Shape;441;p7"/>
          <p:cNvGrpSpPr/>
          <p:nvPr/>
        </p:nvGrpSpPr>
        <p:grpSpPr>
          <a:xfrm rot="5400000">
            <a:off x="2682300" y="624611"/>
            <a:ext cx="3769563" cy="11358057"/>
            <a:chOff x="-2722250" y="-1079764"/>
            <a:chExt cx="3769563" cy="11358057"/>
          </a:xfrm>
        </p:grpSpPr>
        <p:sp>
          <p:nvSpPr>
            <p:cNvPr id="442" name="Google Shape;442;p7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7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7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7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7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7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7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7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7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7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7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7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7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7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6" name="Google Shape;456;p7"/>
          <p:cNvGrpSpPr/>
          <p:nvPr/>
        </p:nvGrpSpPr>
        <p:grpSpPr>
          <a:xfrm>
            <a:off x="8129425" y="-110899"/>
            <a:ext cx="4222888" cy="4088811"/>
            <a:chOff x="8129425" y="2555026"/>
            <a:chExt cx="4222888" cy="4088811"/>
          </a:xfrm>
        </p:grpSpPr>
        <p:sp>
          <p:nvSpPr>
            <p:cNvPr id="457" name="Google Shape;457;p7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7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7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7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7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7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7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7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5" name="Google Shape;465;p7"/>
          <p:cNvGrpSpPr/>
          <p:nvPr/>
        </p:nvGrpSpPr>
        <p:grpSpPr>
          <a:xfrm>
            <a:off x="-2635762" y="-5215852"/>
            <a:ext cx="3769563" cy="11358057"/>
            <a:chOff x="-2635762" y="-5215852"/>
            <a:chExt cx="3769563" cy="11358057"/>
          </a:xfrm>
        </p:grpSpPr>
        <p:sp>
          <p:nvSpPr>
            <p:cNvPr id="466" name="Google Shape;466;p7"/>
            <p:cNvSpPr/>
            <p:nvPr/>
          </p:nvSpPr>
          <p:spPr>
            <a:xfrm rot="5400000">
              <a:off x="-6386165" y="-1378056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7"/>
            <p:cNvSpPr/>
            <p:nvPr/>
          </p:nvSpPr>
          <p:spPr>
            <a:xfrm rot="5400000">
              <a:off x="-2635762" y="130959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7"/>
            <p:cNvSpPr/>
            <p:nvPr/>
          </p:nvSpPr>
          <p:spPr>
            <a:xfrm rot="5400000">
              <a:off x="-3778267" y="-894847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7"/>
            <p:cNvSpPr/>
            <p:nvPr/>
          </p:nvSpPr>
          <p:spPr>
            <a:xfrm rot="5400000">
              <a:off x="-6386165" y="-1378056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7"/>
            <p:cNvSpPr/>
            <p:nvPr/>
          </p:nvSpPr>
          <p:spPr>
            <a:xfrm rot="5400000">
              <a:off x="-2635762" y="130959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7"/>
            <p:cNvSpPr/>
            <p:nvPr/>
          </p:nvSpPr>
          <p:spPr>
            <a:xfrm rot="5400000">
              <a:off x="-3778267" y="-894847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7"/>
            <p:cNvSpPr/>
            <p:nvPr/>
          </p:nvSpPr>
          <p:spPr>
            <a:xfrm rot="5400000">
              <a:off x="-524774" y="5874058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7"/>
            <p:cNvSpPr/>
            <p:nvPr/>
          </p:nvSpPr>
          <p:spPr>
            <a:xfrm rot="5400000">
              <a:off x="-1442898" y="5623877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7"/>
            <p:cNvSpPr/>
            <p:nvPr/>
          </p:nvSpPr>
          <p:spPr>
            <a:xfrm rot="5400000">
              <a:off x="865641" y="3403635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7"/>
            <p:cNvSpPr/>
            <p:nvPr/>
          </p:nvSpPr>
          <p:spPr>
            <a:xfrm rot="5400000">
              <a:off x="-278550" y="-342936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7"/>
            <p:cNvSpPr/>
            <p:nvPr/>
          </p:nvSpPr>
          <p:spPr>
            <a:xfrm rot="5400000">
              <a:off x="-278550" y="-342936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7"/>
            <p:cNvSpPr/>
            <p:nvPr/>
          </p:nvSpPr>
          <p:spPr>
            <a:xfrm rot="5400000">
              <a:off x="865641" y="3403635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7"/>
            <p:cNvSpPr/>
            <p:nvPr/>
          </p:nvSpPr>
          <p:spPr>
            <a:xfrm rot="5400000">
              <a:off x="-524774" y="5874058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7"/>
            <p:cNvSpPr/>
            <p:nvPr/>
          </p:nvSpPr>
          <p:spPr>
            <a:xfrm rot="5400000">
              <a:off x="-1442898" y="5623877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7"/>
            <p:cNvSpPr/>
            <p:nvPr/>
          </p:nvSpPr>
          <p:spPr>
            <a:xfrm rot="5400000">
              <a:off x="444111" y="1719457"/>
              <a:ext cx="415976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7"/>
            <p:cNvSpPr/>
            <p:nvPr/>
          </p:nvSpPr>
          <p:spPr>
            <a:xfrm rot="5400000">
              <a:off x="444111" y="1719457"/>
              <a:ext cx="415976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2" name="Google Shape;482;p7"/>
          <p:cNvSpPr txBox="1">
            <a:spLocks noGrp="1"/>
          </p:cNvSpPr>
          <p:nvPr>
            <p:ph type="title"/>
          </p:nvPr>
        </p:nvSpPr>
        <p:spPr>
          <a:xfrm>
            <a:off x="1690050" y="438850"/>
            <a:ext cx="5763900" cy="11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483" name="Google Shape;483;p7"/>
          <p:cNvSpPr txBox="1">
            <a:spLocks noGrp="1"/>
          </p:cNvSpPr>
          <p:nvPr>
            <p:ph type="body" idx="1"/>
          </p:nvPr>
        </p:nvSpPr>
        <p:spPr>
          <a:xfrm>
            <a:off x="2541150" y="2050375"/>
            <a:ext cx="4061700" cy="19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9"/>
          <p:cNvSpPr txBox="1">
            <a:spLocks noGrp="1"/>
          </p:cNvSpPr>
          <p:nvPr>
            <p:ph type="title"/>
          </p:nvPr>
        </p:nvSpPr>
        <p:spPr>
          <a:xfrm>
            <a:off x="2344500" y="1378869"/>
            <a:ext cx="4455000" cy="62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536" name="Google Shape;536;p9"/>
          <p:cNvSpPr txBox="1">
            <a:spLocks noGrp="1"/>
          </p:cNvSpPr>
          <p:nvPr>
            <p:ph type="subTitle" idx="1"/>
          </p:nvPr>
        </p:nvSpPr>
        <p:spPr>
          <a:xfrm>
            <a:off x="2549400" y="2544981"/>
            <a:ext cx="4045200" cy="120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537" name="Google Shape;537;p9"/>
          <p:cNvSpPr/>
          <p:nvPr/>
        </p:nvSpPr>
        <p:spPr>
          <a:xfrm>
            <a:off x="577225" y="-591925"/>
            <a:ext cx="676500" cy="3240600"/>
          </a:xfrm>
          <a:custGeom>
            <a:avLst/>
            <a:gdLst/>
            <a:ahLst/>
            <a:cxnLst/>
            <a:rect l="l" t="t" r="r" b="b"/>
            <a:pathLst>
              <a:path w="27060" h="129624" extrusionOk="0">
                <a:moveTo>
                  <a:pt x="0" y="0"/>
                </a:moveTo>
                <a:lnTo>
                  <a:pt x="0" y="101874"/>
                </a:lnTo>
                <a:lnTo>
                  <a:pt x="27060" y="129624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sp>
      <p:cxnSp>
        <p:nvCxnSpPr>
          <p:cNvPr id="538" name="Google Shape;538;p9"/>
          <p:cNvCxnSpPr/>
          <p:nvPr/>
        </p:nvCxnSpPr>
        <p:spPr>
          <a:xfrm rot="10800000">
            <a:off x="8860050" y="3165000"/>
            <a:ext cx="0" cy="23004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grpSp>
        <p:nvGrpSpPr>
          <p:cNvPr id="539" name="Google Shape;539;p9"/>
          <p:cNvGrpSpPr/>
          <p:nvPr/>
        </p:nvGrpSpPr>
        <p:grpSpPr>
          <a:xfrm flipH="1">
            <a:off x="-2783025" y="2555026"/>
            <a:ext cx="4222888" cy="4088811"/>
            <a:chOff x="8129425" y="2555026"/>
            <a:chExt cx="4222888" cy="4088811"/>
          </a:xfrm>
        </p:grpSpPr>
        <p:sp>
          <p:nvSpPr>
            <p:cNvPr id="540" name="Google Shape;540;p9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9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9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9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9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9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9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9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8" name="Google Shape;548;p9"/>
          <p:cNvGrpSpPr/>
          <p:nvPr/>
        </p:nvGrpSpPr>
        <p:grpSpPr>
          <a:xfrm flipH="1">
            <a:off x="-2986745" y="907371"/>
            <a:ext cx="3769563" cy="11358057"/>
            <a:chOff x="-2722250" y="-1079764"/>
            <a:chExt cx="3769563" cy="11358057"/>
          </a:xfrm>
        </p:grpSpPr>
        <p:sp>
          <p:nvSpPr>
            <p:cNvPr id="549" name="Google Shape;549;p9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9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9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9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9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9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9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9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9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9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9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9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9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9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3" name="Google Shape;563;p9"/>
          <p:cNvGrpSpPr/>
          <p:nvPr/>
        </p:nvGrpSpPr>
        <p:grpSpPr>
          <a:xfrm rot="10800000" flipH="1">
            <a:off x="8591775" y="-1202836"/>
            <a:ext cx="4222888" cy="4088811"/>
            <a:chOff x="8129425" y="2555026"/>
            <a:chExt cx="4222888" cy="4088811"/>
          </a:xfrm>
        </p:grpSpPr>
        <p:sp>
          <p:nvSpPr>
            <p:cNvPr id="564" name="Google Shape;564;p9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9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9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9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9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9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9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9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2" name="Google Shape;572;p9"/>
          <p:cNvSpPr/>
          <p:nvPr/>
        </p:nvSpPr>
        <p:spPr>
          <a:xfrm>
            <a:off x="1238289" y="2620086"/>
            <a:ext cx="150600" cy="150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3" name="Google Shape;573;p9"/>
          <p:cNvGrpSpPr/>
          <p:nvPr/>
        </p:nvGrpSpPr>
        <p:grpSpPr>
          <a:xfrm>
            <a:off x="824987" y="359239"/>
            <a:ext cx="117523" cy="719798"/>
            <a:chOff x="824987" y="359239"/>
            <a:chExt cx="117523" cy="719798"/>
          </a:xfrm>
        </p:grpSpPr>
        <p:sp>
          <p:nvSpPr>
            <p:cNvPr id="574" name="Google Shape;574;p9"/>
            <p:cNvSpPr/>
            <p:nvPr/>
          </p:nvSpPr>
          <p:spPr>
            <a:xfrm rot="-5400000">
              <a:off x="824987" y="35923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9"/>
            <p:cNvSpPr/>
            <p:nvPr/>
          </p:nvSpPr>
          <p:spPr>
            <a:xfrm rot="-5400000">
              <a:off x="824987" y="96151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9"/>
            <p:cNvSpPr/>
            <p:nvPr/>
          </p:nvSpPr>
          <p:spPr>
            <a:xfrm rot="-5400000">
              <a:off x="824987" y="76075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9"/>
            <p:cNvSpPr/>
            <p:nvPr/>
          </p:nvSpPr>
          <p:spPr>
            <a:xfrm rot="-5400000">
              <a:off x="824987" y="55999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9"/>
            <p:cNvSpPr/>
            <p:nvPr/>
          </p:nvSpPr>
          <p:spPr>
            <a:xfrm rot="-5400000">
              <a:off x="824987" y="35923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9"/>
            <p:cNvSpPr/>
            <p:nvPr/>
          </p:nvSpPr>
          <p:spPr>
            <a:xfrm rot="-5400000">
              <a:off x="824987" y="96151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9"/>
            <p:cNvSpPr/>
            <p:nvPr/>
          </p:nvSpPr>
          <p:spPr>
            <a:xfrm rot="-5400000">
              <a:off x="824987" y="76075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9"/>
            <p:cNvSpPr/>
            <p:nvPr/>
          </p:nvSpPr>
          <p:spPr>
            <a:xfrm rot="-5400000">
              <a:off x="824987" y="55999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2" name="Google Shape;582;p9"/>
          <p:cNvSpPr/>
          <p:nvPr/>
        </p:nvSpPr>
        <p:spPr>
          <a:xfrm>
            <a:off x="577225" y="-591925"/>
            <a:ext cx="676500" cy="3240600"/>
          </a:xfrm>
          <a:custGeom>
            <a:avLst/>
            <a:gdLst/>
            <a:ahLst/>
            <a:cxnLst/>
            <a:rect l="l" t="t" r="r" b="b"/>
            <a:pathLst>
              <a:path w="27060" h="129624" extrusionOk="0">
                <a:moveTo>
                  <a:pt x="0" y="0"/>
                </a:moveTo>
                <a:lnTo>
                  <a:pt x="0" y="101874"/>
                </a:lnTo>
                <a:lnTo>
                  <a:pt x="27060" y="129624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sp>
      <p:sp>
        <p:nvSpPr>
          <p:cNvPr id="583" name="Google Shape;583;p9"/>
          <p:cNvSpPr/>
          <p:nvPr/>
        </p:nvSpPr>
        <p:spPr>
          <a:xfrm>
            <a:off x="1238289" y="2620086"/>
            <a:ext cx="150600" cy="150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84" name="Google Shape;584;p9"/>
          <p:cNvCxnSpPr/>
          <p:nvPr/>
        </p:nvCxnSpPr>
        <p:spPr>
          <a:xfrm rot="10800000">
            <a:off x="8860050" y="3165000"/>
            <a:ext cx="0" cy="23004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grpSp>
        <p:nvGrpSpPr>
          <p:cNvPr id="585" name="Google Shape;585;p9"/>
          <p:cNvGrpSpPr/>
          <p:nvPr/>
        </p:nvGrpSpPr>
        <p:grpSpPr>
          <a:xfrm>
            <a:off x="8202950" y="1983213"/>
            <a:ext cx="237939" cy="3223487"/>
            <a:chOff x="8202950" y="1983213"/>
            <a:chExt cx="237939" cy="3223487"/>
          </a:xfrm>
        </p:grpSpPr>
        <p:sp>
          <p:nvSpPr>
            <p:cNvPr id="586" name="Google Shape;586;p9"/>
            <p:cNvSpPr/>
            <p:nvPr/>
          </p:nvSpPr>
          <p:spPr>
            <a:xfrm>
              <a:off x="8202950" y="2093625"/>
              <a:ext cx="182750" cy="3113075"/>
            </a:xfrm>
            <a:custGeom>
              <a:avLst/>
              <a:gdLst/>
              <a:ahLst/>
              <a:cxnLst/>
              <a:rect l="l" t="t" r="r" b="b"/>
              <a:pathLst>
                <a:path w="7310" h="124523" extrusionOk="0">
                  <a:moveTo>
                    <a:pt x="6787" y="124523"/>
                  </a:moveTo>
                  <a:lnTo>
                    <a:pt x="7236" y="67122"/>
                  </a:lnTo>
                  <a:lnTo>
                    <a:pt x="0" y="57280"/>
                  </a:lnTo>
                  <a:lnTo>
                    <a:pt x="0" y="33256"/>
                  </a:lnTo>
                  <a:lnTo>
                    <a:pt x="7310" y="23088"/>
                  </a:lnTo>
                  <a:lnTo>
                    <a:pt x="7253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587" name="Google Shape;587;p9"/>
            <p:cNvSpPr/>
            <p:nvPr/>
          </p:nvSpPr>
          <p:spPr>
            <a:xfrm>
              <a:off x="8330489" y="1983213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9"/>
            <p:cNvSpPr/>
            <p:nvPr/>
          </p:nvSpPr>
          <p:spPr>
            <a:xfrm>
              <a:off x="8202950" y="2093625"/>
              <a:ext cx="182750" cy="3113075"/>
            </a:xfrm>
            <a:custGeom>
              <a:avLst/>
              <a:gdLst/>
              <a:ahLst/>
              <a:cxnLst/>
              <a:rect l="l" t="t" r="r" b="b"/>
              <a:pathLst>
                <a:path w="7310" h="124523" extrusionOk="0">
                  <a:moveTo>
                    <a:pt x="6787" y="124523"/>
                  </a:moveTo>
                  <a:lnTo>
                    <a:pt x="7236" y="67122"/>
                  </a:lnTo>
                  <a:lnTo>
                    <a:pt x="0" y="57280"/>
                  </a:lnTo>
                  <a:lnTo>
                    <a:pt x="0" y="33256"/>
                  </a:lnTo>
                  <a:lnTo>
                    <a:pt x="7310" y="23088"/>
                  </a:lnTo>
                  <a:lnTo>
                    <a:pt x="7253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589" name="Google Shape;589;p9"/>
            <p:cNvSpPr/>
            <p:nvPr/>
          </p:nvSpPr>
          <p:spPr>
            <a:xfrm>
              <a:off x="8330489" y="1983213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0" name="Google Shape;590;p9"/>
          <p:cNvGrpSpPr/>
          <p:nvPr/>
        </p:nvGrpSpPr>
        <p:grpSpPr>
          <a:xfrm>
            <a:off x="7704114" y="-97112"/>
            <a:ext cx="261061" cy="3913266"/>
            <a:chOff x="7704114" y="-97112"/>
            <a:chExt cx="261061" cy="3913266"/>
          </a:xfrm>
        </p:grpSpPr>
        <p:sp>
          <p:nvSpPr>
            <p:cNvPr id="591" name="Google Shape;591;p9"/>
            <p:cNvSpPr/>
            <p:nvPr/>
          </p:nvSpPr>
          <p:spPr>
            <a:xfrm>
              <a:off x="7779425" y="-97112"/>
              <a:ext cx="185750" cy="3804950"/>
            </a:xfrm>
            <a:custGeom>
              <a:avLst/>
              <a:gdLst/>
              <a:ahLst/>
              <a:cxnLst/>
              <a:rect l="l" t="t" r="r" b="b"/>
              <a:pathLst>
                <a:path w="7430" h="152198" extrusionOk="0">
                  <a:moveTo>
                    <a:pt x="7366" y="0"/>
                  </a:moveTo>
                  <a:lnTo>
                    <a:pt x="7430" y="96755"/>
                  </a:lnTo>
                  <a:lnTo>
                    <a:pt x="0" y="107019"/>
                  </a:lnTo>
                  <a:lnTo>
                    <a:pt x="8" y="152198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592" name="Google Shape;592;p9"/>
            <p:cNvSpPr/>
            <p:nvPr/>
          </p:nvSpPr>
          <p:spPr>
            <a:xfrm>
              <a:off x="7704114" y="3665554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9"/>
            <p:cNvSpPr/>
            <p:nvPr/>
          </p:nvSpPr>
          <p:spPr>
            <a:xfrm>
              <a:off x="7779425" y="-97112"/>
              <a:ext cx="185750" cy="3804950"/>
            </a:xfrm>
            <a:custGeom>
              <a:avLst/>
              <a:gdLst/>
              <a:ahLst/>
              <a:cxnLst/>
              <a:rect l="l" t="t" r="r" b="b"/>
              <a:pathLst>
                <a:path w="7430" h="152198" extrusionOk="0">
                  <a:moveTo>
                    <a:pt x="7366" y="0"/>
                  </a:moveTo>
                  <a:lnTo>
                    <a:pt x="7430" y="96755"/>
                  </a:lnTo>
                  <a:lnTo>
                    <a:pt x="0" y="107019"/>
                  </a:lnTo>
                  <a:lnTo>
                    <a:pt x="8" y="152198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594" name="Google Shape;594;p9"/>
            <p:cNvSpPr/>
            <p:nvPr/>
          </p:nvSpPr>
          <p:spPr>
            <a:xfrm>
              <a:off x="7704114" y="3665554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13"/>
          <p:cNvSpPr txBox="1">
            <a:spLocks noGrp="1"/>
          </p:cNvSpPr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705" name="Google Shape;705;p13"/>
          <p:cNvSpPr txBox="1">
            <a:spLocks noGrp="1"/>
          </p:cNvSpPr>
          <p:nvPr>
            <p:ph type="subTitle" idx="1"/>
          </p:nvPr>
        </p:nvSpPr>
        <p:spPr>
          <a:xfrm>
            <a:off x="1975600" y="3423975"/>
            <a:ext cx="2409600" cy="467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6" name="Google Shape;706;p13"/>
          <p:cNvSpPr txBox="1">
            <a:spLocks noGrp="1"/>
          </p:cNvSpPr>
          <p:nvPr>
            <p:ph type="subTitle" idx="2"/>
          </p:nvPr>
        </p:nvSpPr>
        <p:spPr>
          <a:xfrm>
            <a:off x="1975600" y="3063178"/>
            <a:ext cx="2409600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9pPr>
          </a:lstStyle>
          <a:p>
            <a:endParaRPr/>
          </a:p>
        </p:txBody>
      </p:sp>
      <p:sp>
        <p:nvSpPr>
          <p:cNvPr id="707" name="Google Shape;707;p13"/>
          <p:cNvSpPr txBox="1">
            <a:spLocks noGrp="1"/>
          </p:cNvSpPr>
          <p:nvPr>
            <p:ph type="title" idx="3" hasCustomPrompt="1"/>
          </p:nvPr>
        </p:nvSpPr>
        <p:spPr>
          <a:xfrm>
            <a:off x="1049261" y="3192050"/>
            <a:ext cx="8040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708" name="Google Shape;708;p13"/>
          <p:cNvSpPr txBox="1">
            <a:spLocks noGrp="1"/>
          </p:cNvSpPr>
          <p:nvPr>
            <p:ph type="title" idx="4" hasCustomPrompt="1"/>
          </p:nvPr>
        </p:nvSpPr>
        <p:spPr>
          <a:xfrm>
            <a:off x="4904736" y="3192050"/>
            <a:ext cx="8040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709" name="Google Shape;709;p13"/>
          <p:cNvSpPr txBox="1">
            <a:spLocks noGrp="1"/>
          </p:cNvSpPr>
          <p:nvPr>
            <p:ph type="title" idx="5" hasCustomPrompt="1"/>
          </p:nvPr>
        </p:nvSpPr>
        <p:spPr>
          <a:xfrm>
            <a:off x="1049261" y="1861738"/>
            <a:ext cx="8040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710" name="Google Shape;710;p13"/>
          <p:cNvSpPr txBox="1">
            <a:spLocks noGrp="1"/>
          </p:cNvSpPr>
          <p:nvPr>
            <p:ph type="title" idx="6" hasCustomPrompt="1"/>
          </p:nvPr>
        </p:nvSpPr>
        <p:spPr>
          <a:xfrm>
            <a:off x="4904736" y="1861738"/>
            <a:ext cx="8040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711" name="Google Shape;711;p13"/>
          <p:cNvSpPr txBox="1">
            <a:spLocks noGrp="1"/>
          </p:cNvSpPr>
          <p:nvPr>
            <p:ph type="subTitle" idx="7"/>
          </p:nvPr>
        </p:nvSpPr>
        <p:spPr>
          <a:xfrm>
            <a:off x="1975600" y="2093675"/>
            <a:ext cx="2409600" cy="467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2" name="Google Shape;712;p13"/>
          <p:cNvSpPr txBox="1">
            <a:spLocks noGrp="1"/>
          </p:cNvSpPr>
          <p:nvPr>
            <p:ph type="subTitle" idx="8"/>
          </p:nvPr>
        </p:nvSpPr>
        <p:spPr>
          <a:xfrm>
            <a:off x="1975600" y="1732878"/>
            <a:ext cx="2409600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9pPr>
          </a:lstStyle>
          <a:p>
            <a:endParaRPr/>
          </a:p>
        </p:txBody>
      </p:sp>
      <p:sp>
        <p:nvSpPr>
          <p:cNvPr id="713" name="Google Shape;713;p13"/>
          <p:cNvSpPr txBox="1">
            <a:spLocks noGrp="1"/>
          </p:cNvSpPr>
          <p:nvPr>
            <p:ph type="subTitle" idx="9"/>
          </p:nvPr>
        </p:nvSpPr>
        <p:spPr>
          <a:xfrm>
            <a:off x="5831075" y="3423975"/>
            <a:ext cx="2409600" cy="467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4" name="Google Shape;714;p13"/>
          <p:cNvSpPr txBox="1">
            <a:spLocks noGrp="1"/>
          </p:cNvSpPr>
          <p:nvPr>
            <p:ph type="subTitle" idx="13"/>
          </p:nvPr>
        </p:nvSpPr>
        <p:spPr>
          <a:xfrm>
            <a:off x="5831075" y="3063178"/>
            <a:ext cx="2409600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9pPr>
          </a:lstStyle>
          <a:p>
            <a:endParaRPr/>
          </a:p>
        </p:txBody>
      </p:sp>
      <p:sp>
        <p:nvSpPr>
          <p:cNvPr id="715" name="Google Shape;715;p13"/>
          <p:cNvSpPr txBox="1">
            <a:spLocks noGrp="1"/>
          </p:cNvSpPr>
          <p:nvPr>
            <p:ph type="subTitle" idx="14"/>
          </p:nvPr>
        </p:nvSpPr>
        <p:spPr>
          <a:xfrm>
            <a:off x="5831075" y="2093675"/>
            <a:ext cx="2409600" cy="467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6" name="Google Shape;716;p13"/>
          <p:cNvSpPr txBox="1">
            <a:spLocks noGrp="1"/>
          </p:cNvSpPr>
          <p:nvPr>
            <p:ph type="subTitle" idx="15"/>
          </p:nvPr>
        </p:nvSpPr>
        <p:spPr>
          <a:xfrm>
            <a:off x="5831075" y="1732878"/>
            <a:ext cx="2409600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9pPr>
          </a:lstStyle>
          <a:p>
            <a:endParaRPr/>
          </a:p>
        </p:txBody>
      </p:sp>
      <p:grpSp>
        <p:nvGrpSpPr>
          <p:cNvPr id="717" name="Google Shape;717;p13"/>
          <p:cNvGrpSpPr/>
          <p:nvPr/>
        </p:nvGrpSpPr>
        <p:grpSpPr>
          <a:xfrm>
            <a:off x="-3130987" y="-4899154"/>
            <a:ext cx="3721951" cy="12135923"/>
            <a:chOff x="-3170262" y="3452177"/>
            <a:chExt cx="3721951" cy="12135923"/>
          </a:xfrm>
        </p:grpSpPr>
        <p:sp>
          <p:nvSpPr>
            <p:cNvPr id="718" name="Google Shape;718;p13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3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3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13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3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3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3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3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3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3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3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3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3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3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3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3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3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3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3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13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3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3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3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13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13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3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3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3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13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13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3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3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13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13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3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13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13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13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13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13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13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13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13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13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13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13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13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3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13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13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3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3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3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3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3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3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4" name="Google Shape;774;p13"/>
          <p:cNvGrpSpPr/>
          <p:nvPr/>
        </p:nvGrpSpPr>
        <p:grpSpPr>
          <a:xfrm flipH="1">
            <a:off x="6309193" y="4399246"/>
            <a:ext cx="3769563" cy="11358057"/>
            <a:chOff x="-2722250" y="-1079764"/>
            <a:chExt cx="3769563" cy="11358057"/>
          </a:xfrm>
        </p:grpSpPr>
        <p:sp>
          <p:nvSpPr>
            <p:cNvPr id="775" name="Google Shape;775;p13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13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3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3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13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3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3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3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3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3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3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3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3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3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9" name="Google Shape;789;p13"/>
          <p:cNvGrpSpPr/>
          <p:nvPr/>
        </p:nvGrpSpPr>
        <p:grpSpPr>
          <a:xfrm>
            <a:off x="8626375" y="-2137135"/>
            <a:ext cx="618526" cy="5831511"/>
            <a:chOff x="8626375" y="-2137135"/>
            <a:chExt cx="618526" cy="5831511"/>
          </a:xfrm>
        </p:grpSpPr>
        <p:sp>
          <p:nvSpPr>
            <p:cNvPr id="790" name="Google Shape;790;p13"/>
            <p:cNvSpPr/>
            <p:nvPr/>
          </p:nvSpPr>
          <p:spPr>
            <a:xfrm rot="10800000" flipH="1">
              <a:off x="8754318" y="-2137135"/>
              <a:ext cx="490583" cy="5831511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3"/>
            <p:cNvSpPr/>
            <p:nvPr/>
          </p:nvSpPr>
          <p:spPr>
            <a:xfrm rot="-5400000">
              <a:off x="8403006" y="1365179"/>
              <a:ext cx="714890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3"/>
            <p:cNvSpPr/>
            <p:nvPr/>
          </p:nvSpPr>
          <p:spPr>
            <a:xfrm rot="10800000" flipH="1">
              <a:off x="8754318" y="-2137135"/>
              <a:ext cx="490583" cy="5831511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3"/>
            <p:cNvSpPr/>
            <p:nvPr/>
          </p:nvSpPr>
          <p:spPr>
            <a:xfrm rot="-5400000">
              <a:off x="8403006" y="1365179"/>
              <a:ext cx="714890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4" name="Google Shape;794;p13"/>
          <p:cNvGrpSpPr/>
          <p:nvPr/>
        </p:nvGrpSpPr>
        <p:grpSpPr>
          <a:xfrm>
            <a:off x="851178" y="3217515"/>
            <a:ext cx="3146276" cy="3021722"/>
            <a:chOff x="851178" y="3217515"/>
            <a:chExt cx="3146276" cy="3021722"/>
          </a:xfrm>
        </p:grpSpPr>
        <p:sp>
          <p:nvSpPr>
            <p:cNvPr id="795" name="Google Shape;795;p13"/>
            <p:cNvSpPr/>
            <p:nvPr/>
          </p:nvSpPr>
          <p:spPr>
            <a:xfrm rot="-8116073">
              <a:off x="1306773" y="3769020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3"/>
            <p:cNvSpPr/>
            <p:nvPr/>
          </p:nvSpPr>
          <p:spPr>
            <a:xfrm rot="5400000">
              <a:off x="851178" y="4503372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3"/>
            <p:cNvSpPr/>
            <p:nvPr/>
          </p:nvSpPr>
          <p:spPr>
            <a:xfrm rot="-8116073">
              <a:off x="1306773" y="3769020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3"/>
            <p:cNvSpPr/>
            <p:nvPr/>
          </p:nvSpPr>
          <p:spPr>
            <a:xfrm rot="5400000">
              <a:off x="851178" y="4503372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_1"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15"/>
          <p:cNvSpPr txBox="1">
            <a:spLocks noGrp="1"/>
          </p:cNvSpPr>
          <p:nvPr>
            <p:ph type="title"/>
          </p:nvPr>
        </p:nvSpPr>
        <p:spPr>
          <a:xfrm>
            <a:off x="3039400" y="1812550"/>
            <a:ext cx="4730400" cy="68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923" name="Google Shape;923;p15"/>
          <p:cNvSpPr txBox="1">
            <a:spLocks noGrp="1"/>
          </p:cNvSpPr>
          <p:nvPr>
            <p:ph type="subTitle" idx="1"/>
          </p:nvPr>
        </p:nvSpPr>
        <p:spPr>
          <a:xfrm>
            <a:off x="3039400" y="2854350"/>
            <a:ext cx="4133400" cy="41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924" name="Google Shape;924;p15"/>
          <p:cNvSpPr txBox="1">
            <a:spLocks noGrp="1"/>
          </p:cNvSpPr>
          <p:nvPr>
            <p:ph type="title" idx="2" hasCustomPrompt="1"/>
          </p:nvPr>
        </p:nvSpPr>
        <p:spPr>
          <a:xfrm>
            <a:off x="1624100" y="2159377"/>
            <a:ext cx="1076400" cy="8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grpSp>
        <p:nvGrpSpPr>
          <p:cNvPr id="925" name="Google Shape;925;p15"/>
          <p:cNvGrpSpPr/>
          <p:nvPr/>
        </p:nvGrpSpPr>
        <p:grpSpPr>
          <a:xfrm rot="5400000" flipH="1">
            <a:off x="3245125" y="-6666529"/>
            <a:ext cx="3721951" cy="12135923"/>
            <a:chOff x="-3170262" y="3452177"/>
            <a:chExt cx="3721951" cy="12135923"/>
          </a:xfrm>
        </p:grpSpPr>
        <p:sp>
          <p:nvSpPr>
            <p:cNvPr id="926" name="Google Shape;926;p15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15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15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15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15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15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15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5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5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5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15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15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5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5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5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5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5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15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15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5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5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15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15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15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15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15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5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5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5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5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5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15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15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5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5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5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15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15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5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5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5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15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15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15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15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15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15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15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15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15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15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15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15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15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15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15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2" name="Google Shape;982;p15"/>
          <p:cNvGrpSpPr/>
          <p:nvPr/>
        </p:nvGrpSpPr>
        <p:grpSpPr>
          <a:xfrm>
            <a:off x="-2507408" y="4010131"/>
            <a:ext cx="13681471" cy="3721951"/>
            <a:chOff x="-2507408" y="4010131"/>
            <a:chExt cx="13681471" cy="3721951"/>
          </a:xfrm>
        </p:grpSpPr>
        <p:sp>
          <p:nvSpPr>
            <p:cNvPr id="983" name="Google Shape;983;p15"/>
            <p:cNvSpPr/>
            <p:nvPr/>
          </p:nvSpPr>
          <p:spPr>
            <a:xfrm rot="-5400000">
              <a:off x="5294072" y="184294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15"/>
            <p:cNvSpPr/>
            <p:nvPr/>
          </p:nvSpPr>
          <p:spPr>
            <a:xfrm rot="-5400000">
              <a:off x="6009117" y="6527890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15"/>
            <p:cNvSpPr/>
            <p:nvPr/>
          </p:nvSpPr>
          <p:spPr>
            <a:xfrm rot="-5400000">
              <a:off x="7837772" y="7349837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15"/>
            <p:cNvSpPr/>
            <p:nvPr/>
          </p:nvSpPr>
          <p:spPr>
            <a:xfrm rot="-5400000">
              <a:off x="1414655" y="4861593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15"/>
            <p:cNvSpPr/>
            <p:nvPr/>
          </p:nvSpPr>
          <p:spPr>
            <a:xfrm rot="-5400000">
              <a:off x="4633252" y="40747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15"/>
            <p:cNvSpPr/>
            <p:nvPr/>
          </p:nvSpPr>
          <p:spPr>
            <a:xfrm rot="-5400000">
              <a:off x="4844935" y="40747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15"/>
            <p:cNvSpPr/>
            <p:nvPr/>
          </p:nvSpPr>
          <p:spPr>
            <a:xfrm rot="-5400000">
              <a:off x="5058986" y="4074809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15"/>
            <p:cNvSpPr/>
            <p:nvPr/>
          </p:nvSpPr>
          <p:spPr>
            <a:xfrm rot="-5400000">
              <a:off x="5270612" y="40747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5"/>
            <p:cNvSpPr/>
            <p:nvPr/>
          </p:nvSpPr>
          <p:spPr>
            <a:xfrm rot="-5400000">
              <a:off x="5482295" y="40747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5"/>
            <p:cNvSpPr/>
            <p:nvPr/>
          </p:nvSpPr>
          <p:spPr>
            <a:xfrm rot="-5400000">
              <a:off x="6394794" y="3705606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5"/>
            <p:cNvSpPr/>
            <p:nvPr/>
          </p:nvSpPr>
          <p:spPr>
            <a:xfrm rot="-5400000">
              <a:off x="526836" y="6351425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5"/>
            <p:cNvSpPr/>
            <p:nvPr/>
          </p:nvSpPr>
          <p:spPr>
            <a:xfrm rot="10800000" flipH="1">
              <a:off x="8072788" y="4010131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15"/>
            <p:cNvSpPr/>
            <p:nvPr/>
          </p:nvSpPr>
          <p:spPr>
            <a:xfrm rot="10800000" flipH="1">
              <a:off x="7051306" y="4011281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15"/>
            <p:cNvSpPr/>
            <p:nvPr/>
          </p:nvSpPr>
          <p:spPr>
            <a:xfrm rot="10800000" flipH="1">
              <a:off x="11056539" y="4996931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15"/>
            <p:cNvSpPr/>
            <p:nvPr/>
          </p:nvSpPr>
          <p:spPr>
            <a:xfrm rot="10800000" flipH="1">
              <a:off x="11056539" y="42864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15"/>
            <p:cNvSpPr/>
            <p:nvPr/>
          </p:nvSpPr>
          <p:spPr>
            <a:xfrm rot="10800000" flipH="1">
              <a:off x="11056539" y="452326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15"/>
            <p:cNvSpPr/>
            <p:nvPr/>
          </p:nvSpPr>
          <p:spPr>
            <a:xfrm rot="10800000" flipH="1">
              <a:off x="11056539" y="47600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5"/>
            <p:cNvSpPr/>
            <p:nvPr/>
          </p:nvSpPr>
          <p:spPr>
            <a:xfrm rot="10800000" flipH="1">
              <a:off x="5481164" y="7463931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5"/>
            <p:cNvSpPr/>
            <p:nvPr/>
          </p:nvSpPr>
          <p:spPr>
            <a:xfrm rot="10800000" flipH="1">
              <a:off x="2956571" y="40865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5"/>
            <p:cNvSpPr/>
            <p:nvPr/>
          </p:nvSpPr>
          <p:spPr>
            <a:xfrm rot="10800000" flipH="1">
              <a:off x="1770967" y="40865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15"/>
            <p:cNvSpPr/>
            <p:nvPr/>
          </p:nvSpPr>
          <p:spPr>
            <a:xfrm rot="10800000" flipH="1">
              <a:off x="2008088" y="40865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15"/>
            <p:cNvSpPr/>
            <p:nvPr/>
          </p:nvSpPr>
          <p:spPr>
            <a:xfrm rot="10800000" flipH="1">
              <a:off x="2245208" y="40865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15"/>
            <p:cNvSpPr/>
            <p:nvPr/>
          </p:nvSpPr>
          <p:spPr>
            <a:xfrm rot="10800000" flipH="1">
              <a:off x="2482329" y="40865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15"/>
            <p:cNvSpPr/>
            <p:nvPr/>
          </p:nvSpPr>
          <p:spPr>
            <a:xfrm rot="10800000" flipH="1">
              <a:off x="2719450" y="40865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15"/>
            <p:cNvSpPr/>
            <p:nvPr/>
          </p:nvSpPr>
          <p:spPr>
            <a:xfrm rot="-5400000">
              <a:off x="5294072" y="184294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15"/>
            <p:cNvSpPr/>
            <p:nvPr/>
          </p:nvSpPr>
          <p:spPr>
            <a:xfrm rot="-5400000">
              <a:off x="6009117" y="6527890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15"/>
            <p:cNvSpPr/>
            <p:nvPr/>
          </p:nvSpPr>
          <p:spPr>
            <a:xfrm rot="-5400000">
              <a:off x="7837772" y="7349837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15"/>
            <p:cNvSpPr/>
            <p:nvPr/>
          </p:nvSpPr>
          <p:spPr>
            <a:xfrm rot="-5400000">
              <a:off x="1414655" y="4861593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15"/>
            <p:cNvSpPr/>
            <p:nvPr/>
          </p:nvSpPr>
          <p:spPr>
            <a:xfrm rot="-5400000">
              <a:off x="4633252" y="40747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15"/>
            <p:cNvSpPr/>
            <p:nvPr/>
          </p:nvSpPr>
          <p:spPr>
            <a:xfrm rot="-5400000">
              <a:off x="4844935" y="40747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15"/>
            <p:cNvSpPr/>
            <p:nvPr/>
          </p:nvSpPr>
          <p:spPr>
            <a:xfrm rot="-5400000">
              <a:off x="5058986" y="4074809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15"/>
            <p:cNvSpPr/>
            <p:nvPr/>
          </p:nvSpPr>
          <p:spPr>
            <a:xfrm rot="-5400000">
              <a:off x="5270612" y="40747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15"/>
            <p:cNvSpPr/>
            <p:nvPr/>
          </p:nvSpPr>
          <p:spPr>
            <a:xfrm rot="-5400000">
              <a:off x="5482295" y="40747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15"/>
            <p:cNvSpPr/>
            <p:nvPr/>
          </p:nvSpPr>
          <p:spPr>
            <a:xfrm rot="-5400000">
              <a:off x="526836" y="6351425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15"/>
            <p:cNvSpPr/>
            <p:nvPr/>
          </p:nvSpPr>
          <p:spPr>
            <a:xfrm rot="10800000" flipH="1">
              <a:off x="8072788" y="4010131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15"/>
            <p:cNvSpPr/>
            <p:nvPr/>
          </p:nvSpPr>
          <p:spPr>
            <a:xfrm rot="10800000" flipH="1">
              <a:off x="7051306" y="4011281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15"/>
            <p:cNvSpPr/>
            <p:nvPr/>
          </p:nvSpPr>
          <p:spPr>
            <a:xfrm rot="10800000" flipH="1">
              <a:off x="11056539" y="4996931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15"/>
            <p:cNvSpPr/>
            <p:nvPr/>
          </p:nvSpPr>
          <p:spPr>
            <a:xfrm rot="10800000" flipH="1">
              <a:off x="11056539" y="42864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15"/>
            <p:cNvSpPr/>
            <p:nvPr/>
          </p:nvSpPr>
          <p:spPr>
            <a:xfrm rot="10800000" flipH="1">
              <a:off x="11056539" y="452326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15"/>
            <p:cNvSpPr/>
            <p:nvPr/>
          </p:nvSpPr>
          <p:spPr>
            <a:xfrm rot="10800000" flipH="1">
              <a:off x="11056539" y="47600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15"/>
            <p:cNvSpPr/>
            <p:nvPr/>
          </p:nvSpPr>
          <p:spPr>
            <a:xfrm rot="10800000" flipH="1">
              <a:off x="2956571" y="40865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15"/>
            <p:cNvSpPr/>
            <p:nvPr/>
          </p:nvSpPr>
          <p:spPr>
            <a:xfrm rot="10800000" flipH="1">
              <a:off x="1770967" y="40865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15"/>
            <p:cNvSpPr/>
            <p:nvPr/>
          </p:nvSpPr>
          <p:spPr>
            <a:xfrm rot="10800000" flipH="1">
              <a:off x="2008088" y="40865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15"/>
            <p:cNvSpPr/>
            <p:nvPr/>
          </p:nvSpPr>
          <p:spPr>
            <a:xfrm rot="10800000" flipH="1">
              <a:off x="2245208" y="40865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15"/>
            <p:cNvSpPr/>
            <p:nvPr/>
          </p:nvSpPr>
          <p:spPr>
            <a:xfrm rot="10800000" flipH="1">
              <a:off x="2482329" y="40865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15"/>
            <p:cNvSpPr/>
            <p:nvPr/>
          </p:nvSpPr>
          <p:spPr>
            <a:xfrm rot="10800000" flipH="1">
              <a:off x="2719450" y="40865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29" name="Google Shape;1029;p15"/>
            <p:cNvGrpSpPr/>
            <p:nvPr/>
          </p:nvGrpSpPr>
          <p:grpSpPr>
            <a:xfrm>
              <a:off x="-2507408" y="4560924"/>
              <a:ext cx="6876983" cy="300288"/>
              <a:chOff x="-2507408" y="4560924"/>
              <a:chExt cx="6876983" cy="300288"/>
            </a:xfrm>
          </p:grpSpPr>
          <p:sp>
            <p:nvSpPr>
              <p:cNvPr id="1030" name="Google Shape;1030;p15"/>
              <p:cNvSpPr/>
              <p:nvPr/>
            </p:nvSpPr>
            <p:spPr>
              <a:xfrm rot="-5400000">
                <a:off x="846319" y="1337956"/>
                <a:ext cx="169528" cy="6876983"/>
              </a:xfrm>
              <a:custGeom>
                <a:avLst/>
                <a:gdLst/>
                <a:ahLst/>
                <a:cxnLst/>
                <a:rect l="l" t="t" r="r" b="b"/>
                <a:pathLst>
                  <a:path w="1468" h="59550" fill="none" extrusionOk="0">
                    <a:moveTo>
                      <a:pt x="1467" y="59549"/>
                    </a:moveTo>
                    <a:lnTo>
                      <a:pt x="1467" y="12749"/>
                    </a:lnTo>
                    <a:lnTo>
                      <a:pt x="1" y="11303"/>
                    </a:lnTo>
                    <a:lnTo>
                      <a:pt x="1" y="0"/>
                    </a:lnTo>
                  </a:path>
                </a:pathLst>
              </a:custGeom>
              <a:noFill/>
              <a:ln w="2857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28588" algn="bl" rotWithShape="0">
                  <a:schemeClr val="accen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15"/>
              <p:cNvSpPr/>
              <p:nvPr/>
            </p:nvSpPr>
            <p:spPr>
              <a:xfrm rot="10800000" flipH="1">
                <a:off x="-44930" y="4560924"/>
                <a:ext cx="1315747" cy="268151"/>
              </a:xfrm>
              <a:custGeom>
                <a:avLst/>
                <a:gdLst/>
                <a:ahLst/>
                <a:cxnLst/>
                <a:rect l="l" t="t" r="r" b="b"/>
                <a:pathLst>
                  <a:path w="15520" h="1630" extrusionOk="0">
                    <a:moveTo>
                      <a:pt x="0" y="0"/>
                    </a:moveTo>
                    <a:lnTo>
                      <a:pt x="0" y="1629"/>
                    </a:lnTo>
                    <a:lnTo>
                      <a:pt x="15519" y="1629"/>
                    </a:lnTo>
                    <a:lnTo>
                      <a:pt x="1551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457200" dist="19050" algn="bl" rotWithShape="0">
                  <a:schemeClr val="accent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15"/>
              <p:cNvSpPr/>
              <p:nvPr/>
            </p:nvSpPr>
            <p:spPr>
              <a:xfrm rot="10800000" flipH="1">
                <a:off x="-44930" y="4560924"/>
                <a:ext cx="1315747" cy="268151"/>
              </a:xfrm>
              <a:custGeom>
                <a:avLst/>
                <a:gdLst/>
                <a:ahLst/>
                <a:cxnLst/>
                <a:rect l="l" t="t" r="r" b="b"/>
                <a:pathLst>
                  <a:path w="15520" h="1630" extrusionOk="0">
                    <a:moveTo>
                      <a:pt x="0" y="0"/>
                    </a:moveTo>
                    <a:lnTo>
                      <a:pt x="0" y="1629"/>
                    </a:lnTo>
                    <a:lnTo>
                      <a:pt x="15519" y="1629"/>
                    </a:lnTo>
                    <a:lnTo>
                      <a:pt x="1551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457200" dist="19050" algn="bl" rotWithShape="0">
                  <a:schemeClr val="accent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2_1_1_1_1_1">
    <p:spTree>
      <p:nvGrpSpPr>
        <p:cNvPr id="1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21"/>
          <p:cNvSpPr txBox="1">
            <a:spLocks noGrp="1"/>
          </p:cNvSpPr>
          <p:nvPr>
            <p:ph type="title"/>
          </p:nvPr>
        </p:nvSpPr>
        <p:spPr>
          <a:xfrm>
            <a:off x="3909325" y="1332750"/>
            <a:ext cx="3864600" cy="4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grpSp>
        <p:nvGrpSpPr>
          <p:cNvPr id="1291" name="Google Shape;1291;p21"/>
          <p:cNvGrpSpPr/>
          <p:nvPr/>
        </p:nvGrpSpPr>
        <p:grpSpPr>
          <a:xfrm rot="10800000">
            <a:off x="-201494" y="-10429092"/>
            <a:ext cx="3769563" cy="11358057"/>
            <a:chOff x="-2722250" y="-1079764"/>
            <a:chExt cx="3769563" cy="11358057"/>
          </a:xfrm>
        </p:grpSpPr>
        <p:sp>
          <p:nvSpPr>
            <p:cNvPr id="1292" name="Google Shape;1292;p21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21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21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1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1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1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21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21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1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1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1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1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1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21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6" name="Google Shape;1306;p21"/>
          <p:cNvGrpSpPr/>
          <p:nvPr/>
        </p:nvGrpSpPr>
        <p:grpSpPr>
          <a:xfrm>
            <a:off x="-3416286" y="4188931"/>
            <a:ext cx="12077141" cy="3721951"/>
            <a:chOff x="-3343111" y="4188931"/>
            <a:chExt cx="12077141" cy="3721951"/>
          </a:xfrm>
        </p:grpSpPr>
        <p:sp>
          <p:nvSpPr>
            <p:cNvPr id="1307" name="Google Shape;1307;p21"/>
            <p:cNvSpPr/>
            <p:nvPr/>
          </p:nvSpPr>
          <p:spPr>
            <a:xfrm rot="5400000" flipH="1">
              <a:off x="-998155" y="202174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1"/>
            <p:cNvSpPr/>
            <p:nvPr/>
          </p:nvSpPr>
          <p:spPr>
            <a:xfrm rot="5400000" flipH="1">
              <a:off x="1821719" y="6706690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21"/>
            <p:cNvSpPr/>
            <p:nvPr/>
          </p:nvSpPr>
          <p:spPr>
            <a:xfrm rot="5400000" flipH="1">
              <a:off x="-6937" y="7528637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21"/>
            <p:cNvSpPr/>
            <p:nvPr/>
          </p:nvSpPr>
          <p:spPr>
            <a:xfrm rot="5400000" flipH="1">
              <a:off x="5990513" y="5040393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21"/>
            <p:cNvSpPr/>
            <p:nvPr/>
          </p:nvSpPr>
          <p:spPr>
            <a:xfrm rot="5400000" flipH="1">
              <a:off x="2952992" y="42535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1"/>
            <p:cNvSpPr/>
            <p:nvPr/>
          </p:nvSpPr>
          <p:spPr>
            <a:xfrm rot="5400000" flipH="1">
              <a:off x="2741309" y="42535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1"/>
            <p:cNvSpPr/>
            <p:nvPr/>
          </p:nvSpPr>
          <p:spPr>
            <a:xfrm rot="5400000" flipH="1">
              <a:off x="2527258" y="4253609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1"/>
            <p:cNvSpPr/>
            <p:nvPr/>
          </p:nvSpPr>
          <p:spPr>
            <a:xfrm rot="5400000" flipH="1">
              <a:off x="2315632" y="42535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1"/>
            <p:cNvSpPr/>
            <p:nvPr/>
          </p:nvSpPr>
          <p:spPr>
            <a:xfrm rot="5400000" flipH="1">
              <a:off x="2103949" y="42535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1"/>
            <p:cNvSpPr/>
            <p:nvPr/>
          </p:nvSpPr>
          <p:spPr>
            <a:xfrm rot="5400000" flipH="1">
              <a:off x="1266629" y="3884406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21"/>
            <p:cNvSpPr/>
            <p:nvPr/>
          </p:nvSpPr>
          <p:spPr>
            <a:xfrm rot="5400000" flipH="1">
              <a:off x="7304000" y="6530225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21"/>
            <p:cNvSpPr/>
            <p:nvPr/>
          </p:nvSpPr>
          <p:spPr>
            <a:xfrm rot="10800000">
              <a:off x="-2557576" y="4188931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1"/>
            <p:cNvSpPr/>
            <p:nvPr/>
          </p:nvSpPr>
          <p:spPr>
            <a:xfrm rot="10800000">
              <a:off x="71895" y="4190081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1"/>
            <p:cNvSpPr/>
            <p:nvPr/>
          </p:nvSpPr>
          <p:spPr>
            <a:xfrm rot="10800000">
              <a:off x="-3343111" y="5175731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1"/>
            <p:cNvSpPr/>
            <p:nvPr/>
          </p:nvSpPr>
          <p:spPr>
            <a:xfrm rot="10800000">
              <a:off x="-3343111" y="44652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21"/>
            <p:cNvSpPr/>
            <p:nvPr/>
          </p:nvSpPr>
          <p:spPr>
            <a:xfrm rot="10800000">
              <a:off x="-3343111" y="470206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21"/>
            <p:cNvSpPr/>
            <p:nvPr/>
          </p:nvSpPr>
          <p:spPr>
            <a:xfrm rot="10800000">
              <a:off x="-3343111" y="49388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1"/>
            <p:cNvSpPr/>
            <p:nvPr/>
          </p:nvSpPr>
          <p:spPr>
            <a:xfrm rot="10800000">
              <a:off x="1638195" y="7642731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1"/>
            <p:cNvSpPr/>
            <p:nvPr/>
          </p:nvSpPr>
          <p:spPr>
            <a:xfrm rot="10800000">
              <a:off x="4756858" y="42653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21"/>
            <p:cNvSpPr/>
            <p:nvPr/>
          </p:nvSpPr>
          <p:spPr>
            <a:xfrm rot="10800000">
              <a:off x="5942461" y="42653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21"/>
            <p:cNvSpPr/>
            <p:nvPr/>
          </p:nvSpPr>
          <p:spPr>
            <a:xfrm rot="10800000">
              <a:off x="5705341" y="42653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21"/>
            <p:cNvSpPr/>
            <p:nvPr/>
          </p:nvSpPr>
          <p:spPr>
            <a:xfrm rot="10800000">
              <a:off x="5468220" y="42653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21"/>
            <p:cNvSpPr/>
            <p:nvPr/>
          </p:nvSpPr>
          <p:spPr>
            <a:xfrm rot="10800000">
              <a:off x="5231099" y="42653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21"/>
            <p:cNvSpPr/>
            <p:nvPr/>
          </p:nvSpPr>
          <p:spPr>
            <a:xfrm rot="10800000">
              <a:off x="4993978" y="42653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21"/>
            <p:cNvSpPr/>
            <p:nvPr/>
          </p:nvSpPr>
          <p:spPr>
            <a:xfrm rot="5400000" flipH="1">
              <a:off x="-998155" y="202174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21"/>
            <p:cNvSpPr/>
            <p:nvPr/>
          </p:nvSpPr>
          <p:spPr>
            <a:xfrm rot="5400000" flipH="1">
              <a:off x="1821719" y="6706690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1"/>
            <p:cNvSpPr/>
            <p:nvPr/>
          </p:nvSpPr>
          <p:spPr>
            <a:xfrm rot="5400000" flipH="1">
              <a:off x="-6937" y="7528637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1"/>
            <p:cNvSpPr/>
            <p:nvPr/>
          </p:nvSpPr>
          <p:spPr>
            <a:xfrm rot="5400000" flipH="1">
              <a:off x="5990513" y="5040393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1"/>
            <p:cNvSpPr/>
            <p:nvPr/>
          </p:nvSpPr>
          <p:spPr>
            <a:xfrm rot="5400000" flipH="1">
              <a:off x="2952992" y="42535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1"/>
            <p:cNvSpPr/>
            <p:nvPr/>
          </p:nvSpPr>
          <p:spPr>
            <a:xfrm rot="5400000" flipH="1">
              <a:off x="2741309" y="42535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1"/>
            <p:cNvSpPr/>
            <p:nvPr/>
          </p:nvSpPr>
          <p:spPr>
            <a:xfrm rot="5400000" flipH="1">
              <a:off x="2527258" y="4253609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21"/>
            <p:cNvSpPr/>
            <p:nvPr/>
          </p:nvSpPr>
          <p:spPr>
            <a:xfrm rot="5400000" flipH="1">
              <a:off x="2315632" y="42535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21"/>
            <p:cNvSpPr/>
            <p:nvPr/>
          </p:nvSpPr>
          <p:spPr>
            <a:xfrm rot="5400000" flipH="1">
              <a:off x="2103949" y="42535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1"/>
            <p:cNvSpPr/>
            <p:nvPr/>
          </p:nvSpPr>
          <p:spPr>
            <a:xfrm rot="5400000" flipH="1">
              <a:off x="1266629" y="3884406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1"/>
            <p:cNvSpPr/>
            <p:nvPr/>
          </p:nvSpPr>
          <p:spPr>
            <a:xfrm rot="5400000" flipH="1">
              <a:off x="7304000" y="6530225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1"/>
            <p:cNvSpPr/>
            <p:nvPr/>
          </p:nvSpPr>
          <p:spPr>
            <a:xfrm rot="10800000">
              <a:off x="-2557576" y="4188931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21"/>
            <p:cNvSpPr/>
            <p:nvPr/>
          </p:nvSpPr>
          <p:spPr>
            <a:xfrm rot="10800000">
              <a:off x="71895" y="4190081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21"/>
            <p:cNvSpPr/>
            <p:nvPr/>
          </p:nvSpPr>
          <p:spPr>
            <a:xfrm rot="10800000">
              <a:off x="-3343111" y="5175731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1"/>
            <p:cNvSpPr/>
            <p:nvPr/>
          </p:nvSpPr>
          <p:spPr>
            <a:xfrm rot="10800000">
              <a:off x="-3343111" y="44652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1"/>
            <p:cNvSpPr/>
            <p:nvPr/>
          </p:nvSpPr>
          <p:spPr>
            <a:xfrm rot="10800000">
              <a:off x="-3343111" y="470206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1"/>
            <p:cNvSpPr/>
            <p:nvPr/>
          </p:nvSpPr>
          <p:spPr>
            <a:xfrm rot="10800000">
              <a:off x="-3343111" y="49388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21"/>
            <p:cNvSpPr/>
            <p:nvPr/>
          </p:nvSpPr>
          <p:spPr>
            <a:xfrm rot="10800000">
              <a:off x="1638195" y="7642731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21"/>
            <p:cNvSpPr/>
            <p:nvPr/>
          </p:nvSpPr>
          <p:spPr>
            <a:xfrm rot="10800000">
              <a:off x="4756858" y="42653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1"/>
            <p:cNvSpPr/>
            <p:nvPr/>
          </p:nvSpPr>
          <p:spPr>
            <a:xfrm rot="10800000">
              <a:off x="5942461" y="42653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1"/>
            <p:cNvSpPr/>
            <p:nvPr/>
          </p:nvSpPr>
          <p:spPr>
            <a:xfrm rot="10800000">
              <a:off x="5705341" y="42653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1"/>
            <p:cNvSpPr/>
            <p:nvPr/>
          </p:nvSpPr>
          <p:spPr>
            <a:xfrm rot="10800000">
              <a:off x="5468220" y="42653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1"/>
            <p:cNvSpPr/>
            <p:nvPr/>
          </p:nvSpPr>
          <p:spPr>
            <a:xfrm rot="10800000">
              <a:off x="5231099" y="42653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1"/>
            <p:cNvSpPr/>
            <p:nvPr/>
          </p:nvSpPr>
          <p:spPr>
            <a:xfrm rot="10800000">
              <a:off x="4993978" y="42653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21"/>
          <p:cNvGrpSpPr/>
          <p:nvPr/>
        </p:nvGrpSpPr>
        <p:grpSpPr>
          <a:xfrm>
            <a:off x="7445269" y="539498"/>
            <a:ext cx="1288768" cy="1888678"/>
            <a:chOff x="7504044" y="4265398"/>
            <a:chExt cx="1288768" cy="1888678"/>
          </a:xfrm>
        </p:grpSpPr>
        <p:sp>
          <p:nvSpPr>
            <p:cNvPr id="1356" name="Google Shape;1356;p21"/>
            <p:cNvSpPr/>
            <p:nvPr/>
          </p:nvSpPr>
          <p:spPr>
            <a:xfrm rot="5400000" flipH="1">
              <a:off x="7262783" y="4624048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1"/>
            <p:cNvSpPr/>
            <p:nvPr/>
          </p:nvSpPr>
          <p:spPr>
            <a:xfrm rot="10800000">
              <a:off x="7504044" y="42653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1"/>
            <p:cNvSpPr/>
            <p:nvPr/>
          </p:nvSpPr>
          <p:spPr>
            <a:xfrm rot="10800000">
              <a:off x="8675289" y="603655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21"/>
            <p:cNvSpPr/>
            <p:nvPr/>
          </p:nvSpPr>
          <p:spPr>
            <a:xfrm rot="10800000">
              <a:off x="8675289" y="5751730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21"/>
            <p:cNvSpPr/>
            <p:nvPr/>
          </p:nvSpPr>
          <p:spPr>
            <a:xfrm rot="5400000" flipH="1">
              <a:off x="7262783" y="4624048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21"/>
            <p:cNvSpPr/>
            <p:nvPr/>
          </p:nvSpPr>
          <p:spPr>
            <a:xfrm rot="10800000">
              <a:off x="7504044" y="42653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21"/>
            <p:cNvSpPr/>
            <p:nvPr/>
          </p:nvSpPr>
          <p:spPr>
            <a:xfrm rot="10800000">
              <a:off x="8675289" y="603655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21"/>
            <p:cNvSpPr/>
            <p:nvPr/>
          </p:nvSpPr>
          <p:spPr>
            <a:xfrm rot="10800000">
              <a:off x="8675289" y="5751730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4" name="Google Shape;1364;p21"/>
          <p:cNvGrpSpPr/>
          <p:nvPr/>
        </p:nvGrpSpPr>
        <p:grpSpPr>
          <a:xfrm flipH="1">
            <a:off x="12978" y="1767440"/>
            <a:ext cx="3146276" cy="3021722"/>
            <a:chOff x="851178" y="3217515"/>
            <a:chExt cx="3146276" cy="3021722"/>
          </a:xfrm>
        </p:grpSpPr>
        <p:sp>
          <p:nvSpPr>
            <p:cNvPr id="1365" name="Google Shape;1365;p21"/>
            <p:cNvSpPr/>
            <p:nvPr/>
          </p:nvSpPr>
          <p:spPr>
            <a:xfrm rot="-8116073">
              <a:off x="1306773" y="3769020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1"/>
            <p:cNvSpPr/>
            <p:nvPr/>
          </p:nvSpPr>
          <p:spPr>
            <a:xfrm rot="5400000">
              <a:off x="851178" y="4503372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1"/>
            <p:cNvSpPr/>
            <p:nvPr/>
          </p:nvSpPr>
          <p:spPr>
            <a:xfrm rot="-8116073">
              <a:off x="1306773" y="3769020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1"/>
            <p:cNvSpPr/>
            <p:nvPr/>
          </p:nvSpPr>
          <p:spPr>
            <a:xfrm rot="5400000">
              <a:off x="851178" y="4503372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" name="Google Shape;1369;p21"/>
          <p:cNvGrpSpPr/>
          <p:nvPr/>
        </p:nvGrpSpPr>
        <p:grpSpPr>
          <a:xfrm rot="-5400000">
            <a:off x="-160775" y="657561"/>
            <a:ext cx="1158175" cy="2819114"/>
            <a:chOff x="-444950" y="2746461"/>
            <a:chExt cx="1158175" cy="2819114"/>
          </a:xfrm>
        </p:grpSpPr>
        <p:sp>
          <p:nvSpPr>
            <p:cNvPr id="1370" name="Google Shape;1370;p21"/>
            <p:cNvSpPr/>
            <p:nvPr/>
          </p:nvSpPr>
          <p:spPr>
            <a:xfrm>
              <a:off x="248038" y="2856850"/>
              <a:ext cx="267975" cy="1554325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1371" name="Google Shape;1371;p21"/>
            <p:cNvSpPr/>
            <p:nvPr/>
          </p:nvSpPr>
          <p:spPr>
            <a:xfrm>
              <a:off x="-438775" y="4411175"/>
              <a:ext cx="1152000" cy="11544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1"/>
            <p:cNvSpPr/>
            <p:nvPr/>
          </p:nvSpPr>
          <p:spPr>
            <a:xfrm>
              <a:off x="-254275" y="4596125"/>
              <a:ext cx="783000" cy="7845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1"/>
            <p:cNvSpPr/>
            <p:nvPr/>
          </p:nvSpPr>
          <p:spPr>
            <a:xfrm>
              <a:off x="241863" y="2856850"/>
              <a:ext cx="267975" cy="1554325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1374" name="Google Shape;1374;p21"/>
            <p:cNvSpPr/>
            <p:nvPr/>
          </p:nvSpPr>
          <p:spPr>
            <a:xfrm>
              <a:off x="-444950" y="4411175"/>
              <a:ext cx="1152000" cy="11544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1"/>
            <p:cNvSpPr/>
            <p:nvPr/>
          </p:nvSpPr>
          <p:spPr>
            <a:xfrm>
              <a:off x="-260450" y="4596125"/>
              <a:ext cx="783000" cy="7845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1"/>
            <p:cNvSpPr/>
            <p:nvPr/>
          </p:nvSpPr>
          <p:spPr>
            <a:xfrm>
              <a:off x="189739" y="2746461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1"/>
            <p:cNvSpPr/>
            <p:nvPr/>
          </p:nvSpPr>
          <p:spPr>
            <a:xfrm>
              <a:off x="189739" y="2746461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8" name="Google Shape;1378;p21"/>
          <p:cNvGrpSpPr/>
          <p:nvPr/>
        </p:nvGrpSpPr>
        <p:grpSpPr>
          <a:xfrm>
            <a:off x="2596325" y="-2334801"/>
            <a:ext cx="2504551" cy="4575301"/>
            <a:chOff x="8430775" y="-2181926"/>
            <a:chExt cx="2504551" cy="4575301"/>
          </a:xfrm>
        </p:grpSpPr>
        <p:sp>
          <p:nvSpPr>
            <p:cNvPr id="1379" name="Google Shape;1379;p21"/>
            <p:cNvSpPr/>
            <p:nvPr/>
          </p:nvSpPr>
          <p:spPr>
            <a:xfrm rot="10800000">
              <a:off x="8538272" y="-2181926"/>
              <a:ext cx="2397054" cy="4463204"/>
            </a:xfrm>
            <a:custGeom>
              <a:avLst/>
              <a:gdLst/>
              <a:ahLst/>
              <a:cxnLst/>
              <a:rect l="l" t="t" r="r" b="b"/>
              <a:pathLst>
                <a:path w="37473" h="69773" fill="none" extrusionOk="0">
                  <a:moveTo>
                    <a:pt x="0" y="69773"/>
                  </a:moveTo>
                  <a:lnTo>
                    <a:pt x="30223" y="39550"/>
                  </a:lnTo>
                  <a:lnTo>
                    <a:pt x="30223" y="7230"/>
                  </a:lnTo>
                  <a:lnTo>
                    <a:pt x="37473" y="1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21"/>
            <p:cNvSpPr/>
            <p:nvPr/>
          </p:nvSpPr>
          <p:spPr>
            <a:xfrm>
              <a:off x="8430775" y="2242775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21"/>
            <p:cNvSpPr/>
            <p:nvPr/>
          </p:nvSpPr>
          <p:spPr>
            <a:xfrm rot="10800000">
              <a:off x="8538272" y="-2181926"/>
              <a:ext cx="2397054" cy="4463204"/>
            </a:xfrm>
            <a:custGeom>
              <a:avLst/>
              <a:gdLst/>
              <a:ahLst/>
              <a:cxnLst/>
              <a:rect l="l" t="t" r="r" b="b"/>
              <a:pathLst>
                <a:path w="37473" h="69773" fill="none" extrusionOk="0">
                  <a:moveTo>
                    <a:pt x="0" y="69773"/>
                  </a:moveTo>
                  <a:lnTo>
                    <a:pt x="30223" y="39550"/>
                  </a:lnTo>
                  <a:lnTo>
                    <a:pt x="30223" y="7230"/>
                  </a:lnTo>
                  <a:lnTo>
                    <a:pt x="37473" y="1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21"/>
            <p:cNvSpPr/>
            <p:nvPr/>
          </p:nvSpPr>
          <p:spPr>
            <a:xfrm>
              <a:off x="8430775" y="2242775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3" name="Google Shape;1383;p21"/>
          <p:cNvSpPr txBox="1">
            <a:spLocks noGrp="1"/>
          </p:cNvSpPr>
          <p:nvPr>
            <p:ph type="subTitle" idx="1"/>
          </p:nvPr>
        </p:nvSpPr>
        <p:spPr>
          <a:xfrm>
            <a:off x="4157575" y="2323300"/>
            <a:ext cx="3368100" cy="1179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CUSTOM_6_1_1">
    <p:spTree>
      <p:nvGrpSpPr>
        <p:cNvPr id="1" name="Shape 1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5" name="Google Shape;1985;p31"/>
          <p:cNvSpPr txBox="1">
            <a:spLocks noGrp="1"/>
          </p:cNvSpPr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grpSp>
        <p:nvGrpSpPr>
          <p:cNvPr id="1986" name="Google Shape;1986;p31"/>
          <p:cNvGrpSpPr/>
          <p:nvPr/>
        </p:nvGrpSpPr>
        <p:grpSpPr>
          <a:xfrm rot="10800000" flipH="1">
            <a:off x="8280700" y="-1086319"/>
            <a:ext cx="4222888" cy="4088811"/>
            <a:chOff x="8129425" y="2555026"/>
            <a:chExt cx="4222888" cy="4088811"/>
          </a:xfrm>
        </p:grpSpPr>
        <p:sp>
          <p:nvSpPr>
            <p:cNvPr id="1987" name="Google Shape;1987;p31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31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31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31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31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31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31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31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95" name="Google Shape;1995;p31"/>
          <p:cNvGrpSpPr/>
          <p:nvPr/>
        </p:nvGrpSpPr>
        <p:grpSpPr>
          <a:xfrm>
            <a:off x="-3008737" y="-4892867"/>
            <a:ext cx="3721951" cy="12135923"/>
            <a:chOff x="-3170262" y="3452177"/>
            <a:chExt cx="3721951" cy="12135923"/>
          </a:xfrm>
        </p:grpSpPr>
        <p:sp>
          <p:nvSpPr>
            <p:cNvPr id="1996" name="Google Shape;1996;p31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31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31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31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31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31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31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31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31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31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31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31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31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31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31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31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31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31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31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31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31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31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31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31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31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31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31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31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31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31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31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31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31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31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31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31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31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31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31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31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31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31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31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31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31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31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31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31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31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31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31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31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31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31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31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31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52" name="Google Shape;2052;p31"/>
          <p:cNvGrpSpPr/>
          <p:nvPr/>
        </p:nvGrpSpPr>
        <p:grpSpPr>
          <a:xfrm>
            <a:off x="3324825" y="4560924"/>
            <a:ext cx="6966899" cy="300288"/>
            <a:chOff x="3324825" y="4560924"/>
            <a:chExt cx="6966899" cy="300288"/>
          </a:xfrm>
        </p:grpSpPr>
        <p:sp>
          <p:nvSpPr>
            <p:cNvPr id="2053" name="Google Shape;2053;p31"/>
            <p:cNvSpPr/>
            <p:nvPr/>
          </p:nvSpPr>
          <p:spPr>
            <a:xfrm rot="5400000" flipH="1">
              <a:off x="6768469" y="1337956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31"/>
            <p:cNvSpPr/>
            <p:nvPr/>
          </p:nvSpPr>
          <p:spPr>
            <a:xfrm rot="10800000">
              <a:off x="6513499" y="4560924"/>
              <a:ext cx="1315747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31"/>
            <p:cNvSpPr/>
            <p:nvPr/>
          </p:nvSpPr>
          <p:spPr>
            <a:xfrm rot="10800000">
              <a:off x="6513499" y="4560924"/>
              <a:ext cx="1315747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31"/>
            <p:cNvSpPr/>
            <p:nvPr/>
          </p:nvSpPr>
          <p:spPr>
            <a:xfrm>
              <a:off x="3324825" y="4619700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57" name="Google Shape;2057;p31"/>
          <p:cNvSpPr txBox="1">
            <a:spLocks noGrp="1"/>
          </p:cNvSpPr>
          <p:nvPr>
            <p:ph type="subTitle" idx="1"/>
          </p:nvPr>
        </p:nvSpPr>
        <p:spPr>
          <a:xfrm>
            <a:off x="4677087" y="1856144"/>
            <a:ext cx="2356200" cy="784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8" name="Google Shape;2058;p31"/>
          <p:cNvSpPr txBox="1">
            <a:spLocks noGrp="1"/>
          </p:cNvSpPr>
          <p:nvPr>
            <p:ph type="subTitle" idx="2"/>
          </p:nvPr>
        </p:nvSpPr>
        <p:spPr>
          <a:xfrm>
            <a:off x="4677087" y="1474900"/>
            <a:ext cx="23562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9pPr>
          </a:lstStyle>
          <a:p>
            <a:endParaRPr/>
          </a:p>
        </p:txBody>
      </p:sp>
      <p:sp>
        <p:nvSpPr>
          <p:cNvPr id="2059" name="Google Shape;2059;p31"/>
          <p:cNvSpPr txBox="1">
            <a:spLocks noGrp="1"/>
          </p:cNvSpPr>
          <p:nvPr>
            <p:ph type="subTitle" idx="3"/>
          </p:nvPr>
        </p:nvSpPr>
        <p:spPr>
          <a:xfrm>
            <a:off x="827525" y="3304944"/>
            <a:ext cx="2356200" cy="784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0" name="Google Shape;2060;p31"/>
          <p:cNvSpPr txBox="1">
            <a:spLocks noGrp="1"/>
          </p:cNvSpPr>
          <p:nvPr>
            <p:ph type="subTitle" idx="4"/>
          </p:nvPr>
        </p:nvSpPr>
        <p:spPr>
          <a:xfrm>
            <a:off x="827525" y="2923700"/>
            <a:ext cx="23562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9pPr>
          </a:lstStyle>
          <a:p>
            <a:endParaRPr/>
          </a:p>
        </p:txBody>
      </p:sp>
      <p:sp>
        <p:nvSpPr>
          <p:cNvPr id="2061" name="Google Shape;2061;p31"/>
          <p:cNvSpPr txBox="1">
            <a:spLocks noGrp="1"/>
          </p:cNvSpPr>
          <p:nvPr>
            <p:ph type="subTitle" idx="5"/>
          </p:nvPr>
        </p:nvSpPr>
        <p:spPr>
          <a:xfrm>
            <a:off x="5960275" y="3304944"/>
            <a:ext cx="2356200" cy="784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2" name="Google Shape;2062;p31"/>
          <p:cNvSpPr txBox="1">
            <a:spLocks noGrp="1"/>
          </p:cNvSpPr>
          <p:nvPr>
            <p:ph type="subTitle" idx="6"/>
          </p:nvPr>
        </p:nvSpPr>
        <p:spPr>
          <a:xfrm>
            <a:off x="5960275" y="2923700"/>
            <a:ext cx="23562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9pPr>
          </a:lstStyle>
          <a:p>
            <a:endParaRPr/>
          </a:p>
        </p:txBody>
      </p:sp>
      <p:sp>
        <p:nvSpPr>
          <p:cNvPr id="2063" name="Google Shape;2063;p31"/>
          <p:cNvSpPr txBox="1">
            <a:spLocks noGrp="1"/>
          </p:cNvSpPr>
          <p:nvPr>
            <p:ph type="subTitle" idx="7"/>
          </p:nvPr>
        </p:nvSpPr>
        <p:spPr>
          <a:xfrm>
            <a:off x="3393900" y="3304944"/>
            <a:ext cx="2356200" cy="784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4" name="Google Shape;2064;p31"/>
          <p:cNvSpPr txBox="1">
            <a:spLocks noGrp="1"/>
          </p:cNvSpPr>
          <p:nvPr>
            <p:ph type="subTitle" idx="8"/>
          </p:nvPr>
        </p:nvSpPr>
        <p:spPr>
          <a:xfrm>
            <a:off x="3393900" y="2923700"/>
            <a:ext cx="23562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9pPr>
          </a:lstStyle>
          <a:p>
            <a:endParaRPr/>
          </a:p>
        </p:txBody>
      </p:sp>
      <p:sp>
        <p:nvSpPr>
          <p:cNvPr id="2065" name="Google Shape;2065;p31"/>
          <p:cNvSpPr txBox="1">
            <a:spLocks noGrp="1"/>
          </p:cNvSpPr>
          <p:nvPr>
            <p:ph type="subTitle" idx="9"/>
          </p:nvPr>
        </p:nvSpPr>
        <p:spPr>
          <a:xfrm>
            <a:off x="2110713" y="1856144"/>
            <a:ext cx="2356200" cy="784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6" name="Google Shape;2066;p31"/>
          <p:cNvSpPr txBox="1">
            <a:spLocks noGrp="1"/>
          </p:cNvSpPr>
          <p:nvPr>
            <p:ph type="subTitle" idx="13"/>
          </p:nvPr>
        </p:nvSpPr>
        <p:spPr>
          <a:xfrm>
            <a:off x="2110713" y="1474900"/>
            <a:ext cx="23562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4" name="Google Shape;2464;p35"/>
          <p:cNvSpPr/>
          <p:nvPr/>
        </p:nvSpPr>
        <p:spPr>
          <a:xfrm>
            <a:off x="577225" y="-591925"/>
            <a:ext cx="676500" cy="3240600"/>
          </a:xfrm>
          <a:custGeom>
            <a:avLst/>
            <a:gdLst/>
            <a:ahLst/>
            <a:cxnLst/>
            <a:rect l="l" t="t" r="r" b="b"/>
            <a:pathLst>
              <a:path w="27060" h="129624" extrusionOk="0">
                <a:moveTo>
                  <a:pt x="0" y="0"/>
                </a:moveTo>
                <a:lnTo>
                  <a:pt x="0" y="101874"/>
                </a:lnTo>
                <a:lnTo>
                  <a:pt x="27060" y="129624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sp>
      <p:cxnSp>
        <p:nvCxnSpPr>
          <p:cNvPr id="2465" name="Google Shape;2465;p35"/>
          <p:cNvCxnSpPr/>
          <p:nvPr/>
        </p:nvCxnSpPr>
        <p:spPr>
          <a:xfrm rot="10800000">
            <a:off x="8860050" y="3165000"/>
            <a:ext cx="0" cy="23004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grpSp>
        <p:nvGrpSpPr>
          <p:cNvPr id="2466" name="Google Shape;2466;p35"/>
          <p:cNvGrpSpPr/>
          <p:nvPr/>
        </p:nvGrpSpPr>
        <p:grpSpPr>
          <a:xfrm flipH="1">
            <a:off x="-2783025" y="2555026"/>
            <a:ext cx="4222888" cy="4088811"/>
            <a:chOff x="8129425" y="2555026"/>
            <a:chExt cx="4222888" cy="4088811"/>
          </a:xfrm>
        </p:grpSpPr>
        <p:sp>
          <p:nvSpPr>
            <p:cNvPr id="2467" name="Google Shape;2467;p35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35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35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35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35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35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35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35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75" name="Google Shape;2475;p35"/>
          <p:cNvGrpSpPr/>
          <p:nvPr/>
        </p:nvGrpSpPr>
        <p:grpSpPr>
          <a:xfrm flipH="1">
            <a:off x="-2986745" y="907371"/>
            <a:ext cx="3769563" cy="11358057"/>
            <a:chOff x="-2722250" y="-1079764"/>
            <a:chExt cx="3769563" cy="11358057"/>
          </a:xfrm>
        </p:grpSpPr>
        <p:sp>
          <p:nvSpPr>
            <p:cNvPr id="2476" name="Google Shape;2476;p35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35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35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35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35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35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35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35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35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35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35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35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35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35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0" name="Google Shape;2490;p35"/>
          <p:cNvGrpSpPr/>
          <p:nvPr/>
        </p:nvGrpSpPr>
        <p:grpSpPr>
          <a:xfrm rot="10800000" flipH="1">
            <a:off x="8591775" y="-1202836"/>
            <a:ext cx="4222888" cy="4088811"/>
            <a:chOff x="8129425" y="2555026"/>
            <a:chExt cx="4222888" cy="4088811"/>
          </a:xfrm>
        </p:grpSpPr>
        <p:sp>
          <p:nvSpPr>
            <p:cNvPr id="2491" name="Google Shape;2491;p35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35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35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35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35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35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35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35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99" name="Google Shape;2499;p35"/>
          <p:cNvSpPr/>
          <p:nvPr/>
        </p:nvSpPr>
        <p:spPr>
          <a:xfrm>
            <a:off x="1238289" y="2620086"/>
            <a:ext cx="150600" cy="150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00" name="Google Shape;2500;p35"/>
          <p:cNvGrpSpPr/>
          <p:nvPr/>
        </p:nvGrpSpPr>
        <p:grpSpPr>
          <a:xfrm>
            <a:off x="824987" y="359239"/>
            <a:ext cx="117523" cy="719798"/>
            <a:chOff x="824987" y="359239"/>
            <a:chExt cx="117523" cy="719798"/>
          </a:xfrm>
        </p:grpSpPr>
        <p:sp>
          <p:nvSpPr>
            <p:cNvPr id="2501" name="Google Shape;2501;p35"/>
            <p:cNvSpPr/>
            <p:nvPr/>
          </p:nvSpPr>
          <p:spPr>
            <a:xfrm rot="-5400000">
              <a:off x="824987" y="35923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35"/>
            <p:cNvSpPr/>
            <p:nvPr/>
          </p:nvSpPr>
          <p:spPr>
            <a:xfrm rot="-5400000">
              <a:off x="824987" y="96151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35"/>
            <p:cNvSpPr/>
            <p:nvPr/>
          </p:nvSpPr>
          <p:spPr>
            <a:xfrm rot="-5400000">
              <a:off x="824987" y="76075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35"/>
            <p:cNvSpPr/>
            <p:nvPr/>
          </p:nvSpPr>
          <p:spPr>
            <a:xfrm rot="-5400000">
              <a:off x="824987" y="55999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35"/>
            <p:cNvSpPr/>
            <p:nvPr/>
          </p:nvSpPr>
          <p:spPr>
            <a:xfrm rot="-5400000">
              <a:off x="824987" y="35923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35"/>
            <p:cNvSpPr/>
            <p:nvPr/>
          </p:nvSpPr>
          <p:spPr>
            <a:xfrm rot="-5400000">
              <a:off x="824987" y="96151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35"/>
            <p:cNvSpPr/>
            <p:nvPr/>
          </p:nvSpPr>
          <p:spPr>
            <a:xfrm rot="-5400000">
              <a:off x="824987" y="76075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35"/>
            <p:cNvSpPr/>
            <p:nvPr/>
          </p:nvSpPr>
          <p:spPr>
            <a:xfrm rot="-5400000">
              <a:off x="824987" y="55999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09" name="Google Shape;2509;p35"/>
          <p:cNvSpPr/>
          <p:nvPr/>
        </p:nvSpPr>
        <p:spPr>
          <a:xfrm>
            <a:off x="577225" y="-591925"/>
            <a:ext cx="676500" cy="3240600"/>
          </a:xfrm>
          <a:custGeom>
            <a:avLst/>
            <a:gdLst/>
            <a:ahLst/>
            <a:cxnLst/>
            <a:rect l="l" t="t" r="r" b="b"/>
            <a:pathLst>
              <a:path w="27060" h="129624" extrusionOk="0">
                <a:moveTo>
                  <a:pt x="0" y="0"/>
                </a:moveTo>
                <a:lnTo>
                  <a:pt x="0" y="101874"/>
                </a:lnTo>
                <a:lnTo>
                  <a:pt x="27060" y="129624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sp>
      <p:sp>
        <p:nvSpPr>
          <p:cNvPr id="2510" name="Google Shape;2510;p35"/>
          <p:cNvSpPr/>
          <p:nvPr/>
        </p:nvSpPr>
        <p:spPr>
          <a:xfrm>
            <a:off x="1238289" y="2620086"/>
            <a:ext cx="150600" cy="150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511" name="Google Shape;2511;p35"/>
          <p:cNvCxnSpPr/>
          <p:nvPr/>
        </p:nvCxnSpPr>
        <p:spPr>
          <a:xfrm rot="10800000">
            <a:off x="8860050" y="3165000"/>
            <a:ext cx="0" cy="23004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grpSp>
        <p:nvGrpSpPr>
          <p:cNvPr id="2512" name="Google Shape;2512;p35"/>
          <p:cNvGrpSpPr/>
          <p:nvPr/>
        </p:nvGrpSpPr>
        <p:grpSpPr>
          <a:xfrm>
            <a:off x="8202950" y="1983213"/>
            <a:ext cx="237939" cy="3223487"/>
            <a:chOff x="8202950" y="1983213"/>
            <a:chExt cx="237939" cy="3223487"/>
          </a:xfrm>
        </p:grpSpPr>
        <p:sp>
          <p:nvSpPr>
            <p:cNvPr id="2513" name="Google Shape;2513;p35"/>
            <p:cNvSpPr/>
            <p:nvPr/>
          </p:nvSpPr>
          <p:spPr>
            <a:xfrm>
              <a:off x="8202950" y="2093625"/>
              <a:ext cx="182750" cy="3113075"/>
            </a:xfrm>
            <a:custGeom>
              <a:avLst/>
              <a:gdLst/>
              <a:ahLst/>
              <a:cxnLst/>
              <a:rect l="l" t="t" r="r" b="b"/>
              <a:pathLst>
                <a:path w="7310" h="124523" extrusionOk="0">
                  <a:moveTo>
                    <a:pt x="6787" y="124523"/>
                  </a:moveTo>
                  <a:lnTo>
                    <a:pt x="7236" y="67122"/>
                  </a:lnTo>
                  <a:lnTo>
                    <a:pt x="0" y="57280"/>
                  </a:lnTo>
                  <a:lnTo>
                    <a:pt x="0" y="33256"/>
                  </a:lnTo>
                  <a:lnTo>
                    <a:pt x="7310" y="23088"/>
                  </a:lnTo>
                  <a:lnTo>
                    <a:pt x="7253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514" name="Google Shape;2514;p35"/>
            <p:cNvSpPr/>
            <p:nvPr/>
          </p:nvSpPr>
          <p:spPr>
            <a:xfrm>
              <a:off x="8330489" y="1983213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35"/>
            <p:cNvSpPr/>
            <p:nvPr/>
          </p:nvSpPr>
          <p:spPr>
            <a:xfrm>
              <a:off x="8202950" y="2093625"/>
              <a:ext cx="182750" cy="3113075"/>
            </a:xfrm>
            <a:custGeom>
              <a:avLst/>
              <a:gdLst/>
              <a:ahLst/>
              <a:cxnLst/>
              <a:rect l="l" t="t" r="r" b="b"/>
              <a:pathLst>
                <a:path w="7310" h="124523" extrusionOk="0">
                  <a:moveTo>
                    <a:pt x="6787" y="124523"/>
                  </a:moveTo>
                  <a:lnTo>
                    <a:pt x="7236" y="67122"/>
                  </a:lnTo>
                  <a:lnTo>
                    <a:pt x="0" y="57280"/>
                  </a:lnTo>
                  <a:lnTo>
                    <a:pt x="0" y="33256"/>
                  </a:lnTo>
                  <a:lnTo>
                    <a:pt x="7310" y="23088"/>
                  </a:lnTo>
                  <a:lnTo>
                    <a:pt x="7253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516" name="Google Shape;2516;p35"/>
            <p:cNvSpPr/>
            <p:nvPr/>
          </p:nvSpPr>
          <p:spPr>
            <a:xfrm>
              <a:off x="8330489" y="1983213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17" name="Google Shape;2517;p35"/>
          <p:cNvGrpSpPr/>
          <p:nvPr/>
        </p:nvGrpSpPr>
        <p:grpSpPr>
          <a:xfrm>
            <a:off x="7704114" y="-97112"/>
            <a:ext cx="261061" cy="3913266"/>
            <a:chOff x="7704114" y="-97112"/>
            <a:chExt cx="261061" cy="3913266"/>
          </a:xfrm>
        </p:grpSpPr>
        <p:sp>
          <p:nvSpPr>
            <p:cNvPr id="2518" name="Google Shape;2518;p35"/>
            <p:cNvSpPr/>
            <p:nvPr/>
          </p:nvSpPr>
          <p:spPr>
            <a:xfrm>
              <a:off x="7779425" y="-97112"/>
              <a:ext cx="185750" cy="3804950"/>
            </a:xfrm>
            <a:custGeom>
              <a:avLst/>
              <a:gdLst/>
              <a:ahLst/>
              <a:cxnLst/>
              <a:rect l="l" t="t" r="r" b="b"/>
              <a:pathLst>
                <a:path w="7430" h="152198" extrusionOk="0">
                  <a:moveTo>
                    <a:pt x="7366" y="0"/>
                  </a:moveTo>
                  <a:lnTo>
                    <a:pt x="7430" y="96755"/>
                  </a:lnTo>
                  <a:lnTo>
                    <a:pt x="0" y="107019"/>
                  </a:lnTo>
                  <a:lnTo>
                    <a:pt x="8" y="152198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519" name="Google Shape;2519;p35"/>
            <p:cNvSpPr/>
            <p:nvPr/>
          </p:nvSpPr>
          <p:spPr>
            <a:xfrm>
              <a:off x="7704114" y="3665554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35"/>
            <p:cNvSpPr/>
            <p:nvPr/>
          </p:nvSpPr>
          <p:spPr>
            <a:xfrm>
              <a:off x="7779425" y="-97112"/>
              <a:ext cx="185750" cy="3804950"/>
            </a:xfrm>
            <a:custGeom>
              <a:avLst/>
              <a:gdLst/>
              <a:ahLst/>
              <a:cxnLst/>
              <a:rect l="l" t="t" r="r" b="b"/>
              <a:pathLst>
                <a:path w="7430" h="152198" extrusionOk="0">
                  <a:moveTo>
                    <a:pt x="7366" y="0"/>
                  </a:moveTo>
                  <a:lnTo>
                    <a:pt x="7430" y="96755"/>
                  </a:lnTo>
                  <a:lnTo>
                    <a:pt x="0" y="107019"/>
                  </a:lnTo>
                  <a:lnTo>
                    <a:pt x="8" y="152198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521" name="Google Shape;2521;p35"/>
            <p:cNvSpPr/>
            <p:nvPr/>
          </p:nvSpPr>
          <p:spPr>
            <a:xfrm>
              <a:off x="7704114" y="3665554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">
    <p:spTree>
      <p:nvGrpSpPr>
        <p:cNvPr id="1" name="Shape 2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3" name="Google Shape;2523;p36"/>
          <p:cNvSpPr/>
          <p:nvPr/>
        </p:nvSpPr>
        <p:spPr>
          <a:xfrm rot="10800000">
            <a:off x="7982776" y="-544214"/>
            <a:ext cx="267975" cy="1554325"/>
          </a:xfrm>
          <a:custGeom>
            <a:avLst/>
            <a:gdLst/>
            <a:ahLst/>
            <a:cxnLst/>
            <a:rect l="l" t="t" r="r" b="b"/>
            <a:pathLst>
              <a:path w="10719" h="62173" extrusionOk="0">
                <a:moveTo>
                  <a:pt x="0" y="0"/>
                </a:moveTo>
                <a:lnTo>
                  <a:pt x="0" y="51453"/>
                </a:lnTo>
                <a:lnTo>
                  <a:pt x="10719" y="62173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sp>
      <p:grpSp>
        <p:nvGrpSpPr>
          <p:cNvPr id="2524" name="Google Shape;2524;p36"/>
          <p:cNvGrpSpPr/>
          <p:nvPr/>
        </p:nvGrpSpPr>
        <p:grpSpPr>
          <a:xfrm>
            <a:off x="-2459612" y="638961"/>
            <a:ext cx="3769563" cy="11358057"/>
            <a:chOff x="-2722250" y="-1079764"/>
            <a:chExt cx="3769563" cy="11358057"/>
          </a:xfrm>
        </p:grpSpPr>
        <p:sp>
          <p:nvSpPr>
            <p:cNvPr id="2525" name="Google Shape;2525;p3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3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3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3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3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3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3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3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3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36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36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3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3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3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9" name="Google Shape;2539;p36"/>
          <p:cNvGrpSpPr/>
          <p:nvPr/>
        </p:nvGrpSpPr>
        <p:grpSpPr>
          <a:xfrm>
            <a:off x="-444950" y="2746461"/>
            <a:ext cx="1158175" cy="2819114"/>
            <a:chOff x="-444950" y="2746461"/>
            <a:chExt cx="1158175" cy="2819114"/>
          </a:xfrm>
        </p:grpSpPr>
        <p:sp>
          <p:nvSpPr>
            <p:cNvPr id="2540" name="Google Shape;2540;p36"/>
            <p:cNvSpPr/>
            <p:nvPr/>
          </p:nvSpPr>
          <p:spPr>
            <a:xfrm>
              <a:off x="248038" y="2856850"/>
              <a:ext cx="267975" cy="1554325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541" name="Google Shape;2541;p36"/>
            <p:cNvSpPr/>
            <p:nvPr/>
          </p:nvSpPr>
          <p:spPr>
            <a:xfrm>
              <a:off x="-438775" y="4411175"/>
              <a:ext cx="1152000" cy="11544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36"/>
            <p:cNvSpPr/>
            <p:nvPr/>
          </p:nvSpPr>
          <p:spPr>
            <a:xfrm>
              <a:off x="-254275" y="4596125"/>
              <a:ext cx="783000" cy="7845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36"/>
            <p:cNvSpPr/>
            <p:nvPr/>
          </p:nvSpPr>
          <p:spPr>
            <a:xfrm>
              <a:off x="241863" y="2856850"/>
              <a:ext cx="267975" cy="1554325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544" name="Google Shape;2544;p36"/>
            <p:cNvSpPr/>
            <p:nvPr/>
          </p:nvSpPr>
          <p:spPr>
            <a:xfrm>
              <a:off x="-444950" y="4411175"/>
              <a:ext cx="1152000" cy="11544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36"/>
            <p:cNvSpPr/>
            <p:nvPr/>
          </p:nvSpPr>
          <p:spPr>
            <a:xfrm>
              <a:off x="-260450" y="4596125"/>
              <a:ext cx="783000" cy="7845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36"/>
            <p:cNvSpPr/>
            <p:nvPr/>
          </p:nvSpPr>
          <p:spPr>
            <a:xfrm>
              <a:off x="189739" y="2746461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36"/>
            <p:cNvSpPr/>
            <p:nvPr/>
          </p:nvSpPr>
          <p:spPr>
            <a:xfrm>
              <a:off x="189739" y="2746461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48" name="Google Shape;2548;p36"/>
          <p:cNvGrpSpPr/>
          <p:nvPr/>
        </p:nvGrpSpPr>
        <p:grpSpPr>
          <a:xfrm>
            <a:off x="8118013" y="1690211"/>
            <a:ext cx="3769563" cy="11358057"/>
            <a:chOff x="-2722250" y="-1079764"/>
            <a:chExt cx="3769563" cy="11358057"/>
          </a:xfrm>
        </p:grpSpPr>
        <p:sp>
          <p:nvSpPr>
            <p:cNvPr id="2549" name="Google Shape;2549;p3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3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3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3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3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3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3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3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3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36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36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3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3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3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63" name="Google Shape;2563;p36"/>
          <p:cNvGrpSpPr/>
          <p:nvPr/>
        </p:nvGrpSpPr>
        <p:grpSpPr>
          <a:xfrm rot="-5400000" flipH="1">
            <a:off x="14326746" y="-8155174"/>
            <a:ext cx="5570272" cy="18162622"/>
            <a:chOff x="-3170262" y="3452177"/>
            <a:chExt cx="3721951" cy="12135923"/>
          </a:xfrm>
        </p:grpSpPr>
        <p:sp>
          <p:nvSpPr>
            <p:cNvPr id="2564" name="Google Shape;2564;p36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36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36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36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36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36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36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36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36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36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36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36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36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36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36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36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36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36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36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36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36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36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36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36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36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36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36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36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36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36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36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36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36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36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36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36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36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36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36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36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36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36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36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36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36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36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36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36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36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36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36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36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36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36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36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36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20" name="Google Shape;2620;p36"/>
          <p:cNvSpPr/>
          <p:nvPr/>
        </p:nvSpPr>
        <p:spPr>
          <a:xfrm rot="10800000">
            <a:off x="7982776" y="-544214"/>
            <a:ext cx="267975" cy="1554325"/>
          </a:xfrm>
          <a:custGeom>
            <a:avLst/>
            <a:gdLst/>
            <a:ahLst/>
            <a:cxnLst/>
            <a:rect l="l" t="t" r="r" b="b"/>
            <a:pathLst>
              <a:path w="10719" h="62173" extrusionOk="0">
                <a:moveTo>
                  <a:pt x="0" y="0"/>
                </a:moveTo>
                <a:lnTo>
                  <a:pt x="0" y="51453"/>
                </a:lnTo>
                <a:lnTo>
                  <a:pt x="10719" y="62173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sp>
      <p:grpSp>
        <p:nvGrpSpPr>
          <p:cNvPr id="2621" name="Google Shape;2621;p36"/>
          <p:cNvGrpSpPr/>
          <p:nvPr/>
        </p:nvGrpSpPr>
        <p:grpSpPr>
          <a:xfrm>
            <a:off x="8342610" y="-1257510"/>
            <a:ext cx="1632765" cy="4501735"/>
            <a:chOff x="8342610" y="-1257510"/>
            <a:chExt cx="1632765" cy="4501735"/>
          </a:xfrm>
        </p:grpSpPr>
        <p:sp>
          <p:nvSpPr>
            <p:cNvPr id="2622" name="Google Shape;2622;p36"/>
            <p:cNvSpPr/>
            <p:nvPr/>
          </p:nvSpPr>
          <p:spPr>
            <a:xfrm>
              <a:off x="8560275" y="1826425"/>
              <a:ext cx="1415100" cy="14178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36"/>
            <p:cNvSpPr/>
            <p:nvPr/>
          </p:nvSpPr>
          <p:spPr>
            <a:xfrm rot="10800000">
              <a:off x="8342610" y="-1257510"/>
              <a:ext cx="531689" cy="3083936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624" name="Google Shape;2624;p36"/>
            <p:cNvSpPr/>
            <p:nvPr/>
          </p:nvSpPr>
          <p:spPr>
            <a:xfrm rot="10800000">
              <a:off x="8342610" y="-1257510"/>
              <a:ext cx="531689" cy="3083936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625" name="Google Shape;2625;p36"/>
            <p:cNvSpPr/>
            <p:nvPr/>
          </p:nvSpPr>
          <p:spPr>
            <a:xfrm>
              <a:off x="8560275" y="1826425"/>
              <a:ext cx="1415100" cy="14178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26" name="Google Shape;2626;p36"/>
          <p:cNvSpPr/>
          <p:nvPr/>
        </p:nvSpPr>
        <p:spPr>
          <a:xfrm rot="10800000">
            <a:off x="8193774" y="1010100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7" name="Google Shape;2627;p36"/>
          <p:cNvSpPr/>
          <p:nvPr/>
        </p:nvSpPr>
        <p:spPr>
          <a:xfrm rot="10800000">
            <a:off x="8193774" y="1010100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 panose="00000500000000000000"/>
              <a:buNone/>
              <a:defRPr sz="3300" b="1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 panose="00000500000000000000"/>
              <a:buNone/>
              <a:defRPr sz="3300" b="1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 panose="00000500000000000000"/>
              <a:buNone/>
              <a:defRPr sz="3300" b="1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 panose="00000500000000000000"/>
              <a:buNone/>
              <a:defRPr sz="3300" b="1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 panose="00000500000000000000"/>
              <a:buNone/>
              <a:defRPr sz="3300" b="1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 panose="00000500000000000000"/>
              <a:buNone/>
              <a:defRPr sz="3300" b="1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 panose="00000500000000000000"/>
              <a:buNone/>
              <a:defRPr sz="3300" b="1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 panose="00000500000000000000"/>
              <a:buNone/>
              <a:defRPr sz="3300" b="1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 panose="00000500000000000000"/>
              <a:buNone/>
              <a:defRPr sz="3300" b="1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 panose="020B0503030403020204"/>
              <a:buChar char="●"/>
              <a:defRPr>
                <a:solidFill>
                  <a:schemeClr val="lt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 panose="020B0503030403020204"/>
              <a:buChar char="○"/>
              <a:defRPr>
                <a:solidFill>
                  <a:schemeClr val="lt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 panose="020B0503030403020204"/>
              <a:buChar char="■"/>
              <a:defRPr>
                <a:solidFill>
                  <a:schemeClr val="lt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 panose="020B0503030403020204"/>
              <a:buChar char="●"/>
              <a:defRPr>
                <a:solidFill>
                  <a:schemeClr val="lt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 panose="020B0503030403020204"/>
              <a:buChar char="○"/>
              <a:defRPr>
                <a:solidFill>
                  <a:schemeClr val="lt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 panose="020B0503030403020204"/>
              <a:buChar char="■"/>
              <a:defRPr>
                <a:solidFill>
                  <a:schemeClr val="lt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 panose="020B0503030403020204"/>
              <a:buChar char="●"/>
              <a:defRPr>
                <a:solidFill>
                  <a:schemeClr val="lt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 panose="020B0503030403020204"/>
              <a:buChar char="○"/>
              <a:defRPr>
                <a:solidFill>
                  <a:schemeClr val="lt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Source Sans Pro" panose="020B0503030403020204"/>
              <a:buChar char="■"/>
              <a:defRPr>
                <a:solidFill>
                  <a:schemeClr val="lt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1" name="Google Shape;2641;p40"/>
          <p:cNvGrpSpPr/>
          <p:nvPr/>
        </p:nvGrpSpPr>
        <p:grpSpPr>
          <a:xfrm>
            <a:off x="2489710" y="2884449"/>
            <a:ext cx="4447650" cy="135300"/>
            <a:chOff x="2365175" y="3596070"/>
            <a:chExt cx="4447650" cy="135300"/>
          </a:xfrm>
        </p:grpSpPr>
        <p:sp>
          <p:nvSpPr>
            <p:cNvPr id="2642" name="Google Shape;2642;p40"/>
            <p:cNvSpPr/>
            <p:nvPr/>
          </p:nvSpPr>
          <p:spPr>
            <a:xfrm>
              <a:off x="2365175" y="3596070"/>
              <a:ext cx="135300" cy="1353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40"/>
            <p:cNvSpPr/>
            <p:nvPr/>
          </p:nvSpPr>
          <p:spPr>
            <a:xfrm>
              <a:off x="6677525" y="3596070"/>
              <a:ext cx="135300" cy="1353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644" name="Google Shape;2644;p40"/>
            <p:cNvCxnSpPr>
              <a:stCxn id="2642" idx="6"/>
              <a:endCxn id="2643" idx="2"/>
            </p:cNvCxnSpPr>
            <p:nvPr/>
          </p:nvCxnSpPr>
          <p:spPr>
            <a:xfrm>
              <a:off x="2500475" y="3663720"/>
              <a:ext cx="41772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cxnSp>
      </p:grpSp>
      <p:sp>
        <p:nvSpPr>
          <p:cNvPr id="2" name="Text Box 1"/>
          <p:cNvSpPr txBox="1"/>
          <p:nvPr/>
        </p:nvSpPr>
        <p:spPr>
          <a:xfrm>
            <a:off x="4161791" y="528320"/>
            <a:ext cx="3098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2752725" y="3583940"/>
            <a:ext cx="39223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chemeClr val="bg1"/>
                </a:solidFill>
              </a:rPr>
              <a:t>    Customer Churn Risk Analysis</a:t>
            </a:r>
          </a:p>
          <a:p>
            <a:r>
              <a:rPr lang="en-US" altLang="en-US" dirty="0">
                <a:solidFill>
                  <a:schemeClr val="bg1"/>
                </a:solidFill>
              </a:rPr>
              <a:t>Prepared by</a:t>
            </a:r>
            <a:r>
              <a:rPr lang="en-US" altLang="en-US">
                <a:solidFill>
                  <a:schemeClr val="bg1"/>
                </a:solidFill>
              </a:rPr>
              <a:t>:</a:t>
            </a:r>
            <a:r>
              <a:rPr lang="en-US">
                <a:solidFill>
                  <a:schemeClr val="bg1"/>
                </a:solidFill>
              </a:rPr>
              <a:t>  Roshan Kumar Nayak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000"/>
              <a:t>RETAIL CUSTOMER BEHAVIOR &amp; RFM ANALYSIS</a:t>
            </a:r>
            <a:br>
              <a:rPr lang="en-US" sz="2000"/>
            </a:br>
            <a:br>
              <a:rPr lang="en-US" sz="2000"/>
            </a:br>
            <a:r>
              <a:rPr lang="en-US" altLang="en-US" sz="2000"/>
              <a:t>Business Insights &amp; Action Plan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9" name="Google Shape;2709;p45"/>
          <p:cNvSpPr txBox="1">
            <a:spLocks noGrp="1"/>
          </p:cNvSpPr>
          <p:nvPr>
            <p:ph type="title"/>
          </p:nvPr>
        </p:nvSpPr>
        <p:spPr>
          <a:xfrm>
            <a:off x="2209245" y="105059"/>
            <a:ext cx="4455000" cy="62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600" dirty="0">
                <a:solidFill>
                  <a:schemeClr val="accent1"/>
                </a:solidFill>
              </a:rPr>
              <a:t>Business Problem</a:t>
            </a:r>
          </a:p>
        </p:txBody>
      </p:sp>
      <p:sp>
        <p:nvSpPr>
          <p:cNvPr id="2710" name="Google Shape;2710;p45"/>
          <p:cNvSpPr txBox="1">
            <a:spLocks noGrp="1"/>
          </p:cNvSpPr>
          <p:nvPr>
            <p:ph type="subTitle" idx="1"/>
          </p:nvPr>
        </p:nvSpPr>
        <p:spPr>
          <a:xfrm>
            <a:off x="1809115" y="986790"/>
            <a:ext cx="5526405" cy="36499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US" altLang="en-US" sz="1400" b="1" dirty="0"/>
              <a:t>Why Customer Churn Matters</a:t>
            </a:r>
          </a:p>
          <a:p>
            <a:pPr marL="0" lvl="0" indent="0" algn="l">
              <a:buFont typeface="Arial" panose="020B0604020202020204" pitchFamily="34" charset="0"/>
            </a:pPr>
            <a:endParaRPr lang="en-US" altLang="en-US" sz="1000" dirty="0"/>
          </a:p>
          <a:p>
            <a:pPr marL="0" lvl="0" indent="0" algn="l">
              <a:buFont typeface="Arial" panose="020B0604020202020204" pitchFamily="34" charset="0"/>
            </a:pPr>
            <a:r>
              <a:rPr lang="en-US" altLang="en-US" sz="1000" dirty="0"/>
              <a:t>Customer churn occurs when customers stop using a company’s product or service.</a:t>
            </a:r>
          </a:p>
          <a:p>
            <a:pPr marL="0" lvl="0" indent="0" algn="l">
              <a:buFont typeface="Arial" panose="020B0604020202020204" pitchFamily="34" charset="0"/>
            </a:pPr>
            <a:endParaRPr lang="en-US" altLang="en-US" sz="1400" dirty="0"/>
          </a:p>
          <a:p>
            <a:pPr marL="0" lvl="0" indent="0" algn="l">
              <a:buFont typeface="Arial" panose="020B0604020202020204" pitchFamily="34" charset="0"/>
            </a:pPr>
            <a:r>
              <a:rPr lang="en-US" altLang="en-US" sz="1400" b="1" dirty="0"/>
              <a:t>Key Problems</a:t>
            </a:r>
          </a:p>
          <a:p>
            <a:pPr marL="0" lvl="0" indent="0" algn="l">
              <a:buFont typeface="Arial" panose="020B0604020202020204" pitchFamily="34" charset="0"/>
            </a:pPr>
            <a:endParaRPr lang="en-US" altLang="en-US" sz="1000" dirty="0"/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US" altLang="en-US" sz="1000" dirty="0"/>
              <a:t>Loss of revenue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en-US" altLang="en-US" sz="1000" dirty="0"/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US" altLang="en-US" sz="1000" dirty="0"/>
              <a:t>Increased marketing costs to acquire new customers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en-US" altLang="en-US" sz="1000" dirty="0"/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US" altLang="en-US" sz="1000" dirty="0"/>
              <a:t>Reduced customer lifetime value</a:t>
            </a:r>
          </a:p>
          <a:p>
            <a:pPr marL="0" lvl="0" indent="0" algn="l">
              <a:buFont typeface="Arial" panose="020B0604020202020204" pitchFamily="34" charset="0"/>
            </a:pPr>
            <a:endParaRPr lang="en-US" altLang="en-US" sz="1000" dirty="0"/>
          </a:p>
          <a:p>
            <a:pPr marL="0" lvl="0" indent="0" algn="l">
              <a:buFont typeface="Arial" panose="020B0604020202020204" pitchFamily="34" charset="0"/>
            </a:pPr>
            <a:endParaRPr lang="en-US" altLang="en-US" sz="1000" dirty="0"/>
          </a:p>
          <a:p>
            <a:pPr marL="0" lvl="0" indent="0" algn="l">
              <a:buFont typeface="Arial" panose="020B0604020202020204" pitchFamily="34" charset="0"/>
            </a:pPr>
            <a:r>
              <a:rPr lang="en-US" altLang="en-US" sz="1400" b="1" dirty="0"/>
              <a:t>Example</a:t>
            </a:r>
          </a:p>
          <a:p>
            <a:pPr marL="0" lvl="0" indent="0" algn="l">
              <a:buFont typeface="Arial" panose="020B0604020202020204" pitchFamily="34" charset="0"/>
            </a:pPr>
            <a:r>
              <a:rPr lang="en-US" altLang="en-US" sz="1000" dirty="0"/>
              <a:t>Telecom company example:</a:t>
            </a:r>
          </a:p>
          <a:p>
            <a:pPr marL="0" lvl="0" indent="0" algn="l">
              <a:buFont typeface="Arial" panose="020B0604020202020204" pitchFamily="34" charset="0"/>
            </a:pPr>
            <a:endParaRPr lang="en-US" altLang="en-US" sz="1000" dirty="0"/>
          </a:p>
          <a:p>
            <a:pPr marL="0" lvl="0" indent="0" algn="l">
              <a:buFont typeface="Arial" panose="020B0604020202020204" pitchFamily="34" charset="0"/>
            </a:pPr>
            <a:r>
              <a:rPr lang="en-US" altLang="en-US" sz="1000" dirty="0"/>
              <a:t>Customer	Monthly Plan	Status</a:t>
            </a:r>
          </a:p>
          <a:p>
            <a:pPr marL="0" lvl="0" indent="0" algn="l">
              <a:buFont typeface="Arial" panose="020B0604020202020204" pitchFamily="34" charset="0"/>
            </a:pPr>
            <a:r>
              <a:rPr lang="en-US" altLang="en-US" sz="1000" dirty="0"/>
              <a:t>A102	₹499	Active</a:t>
            </a:r>
          </a:p>
          <a:p>
            <a:pPr marL="0" lvl="0" indent="0" algn="l">
              <a:buFont typeface="Arial" panose="020B0604020202020204" pitchFamily="34" charset="0"/>
            </a:pPr>
            <a:r>
              <a:rPr lang="en-US" altLang="en-US" sz="1000" dirty="0"/>
              <a:t>A205	₹799	Cancelled</a:t>
            </a:r>
          </a:p>
          <a:p>
            <a:pPr marL="0" lvl="0" indent="0" algn="l">
              <a:buFont typeface="Arial" panose="020B0604020202020204" pitchFamily="34" charset="0"/>
            </a:pPr>
            <a:r>
              <a:rPr lang="en-US" altLang="en-US" sz="1000" dirty="0"/>
              <a:t>A356	₹599	Inactive</a:t>
            </a:r>
          </a:p>
          <a:p>
            <a:pPr marL="0" lvl="0" indent="0" algn="l">
              <a:buFont typeface="Arial" panose="020B0604020202020204" pitchFamily="34" charset="0"/>
            </a:pPr>
            <a:endParaRPr lang="en-US" altLang="en-US" sz="1000" dirty="0"/>
          </a:p>
          <a:p>
            <a:pPr marL="0" lvl="0" indent="0" algn="l">
              <a:buFont typeface="Arial" panose="020B0604020202020204" pitchFamily="34" charset="0"/>
            </a:pPr>
            <a:r>
              <a:rPr lang="en-US" altLang="en-US" sz="1000" dirty="0"/>
              <a:t>If many customers cancel their plans → company revenue drops.</a:t>
            </a:r>
          </a:p>
          <a:p>
            <a:pPr marL="0" lvl="0" indent="0">
              <a:buFont typeface="Arial" panose="020B0604020202020204" pitchFamily="34" charset="0"/>
            </a:pPr>
            <a:endParaRPr lang="en-US" sz="700" dirty="0"/>
          </a:p>
          <a:p>
            <a:pPr marL="0" lvl="0" indent="0">
              <a:buFont typeface="Arial" panose="020B0604020202020204" pitchFamily="34" charset="0"/>
            </a:pPr>
            <a:endParaRPr lang="en-US" sz="700" dirty="0"/>
          </a:p>
          <a:p>
            <a:pPr marL="0" lvl="0" indent="0">
              <a:buFont typeface="Arial" panose="020B0604020202020204" pitchFamily="34" charset="0"/>
            </a:pPr>
            <a:endParaRPr lang="en-US" sz="700" dirty="0"/>
          </a:p>
          <a:p>
            <a:pPr marL="0" lvl="0" indent="0">
              <a:buFont typeface="Arial" panose="020B0604020202020204" pitchFamily="34" charset="0"/>
            </a:pPr>
            <a:endParaRPr lang="en-US" sz="700" dirty="0"/>
          </a:p>
        </p:txBody>
      </p:sp>
      <p:cxnSp>
        <p:nvCxnSpPr>
          <p:cNvPr id="2711" name="Google Shape;2711;p45"/>
          <p:cNvCxnSpPr>
            <a:stCxn id="2712" idx="6"/>
            <a:endCxn id="2713" idx="2"/>
          </p:cNvCxnSpPr>
          <p:nvPr/>
        </p:nvCxnSpPr>
        <p:spPr>
          <a:xfrm>
            <a:off x="2351498" y="919272"/>
            <a:ext cx="417068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grpSp>
        <p:nvGrpSpPr>
          <p:cNvPr id="2714" name="Google Shape;2714;p45"/>
          <p:cNvGrpSpPr/>
          <p:nvPr/>
        </p:nvGrpSpPr>
        <p:grpSpPr>
          <a:xfrm>
            <a:off x="2216198" y="851622"/>
            <a:ext cx="4441050" cy="135300"/>
            <a:chOff x="2358438" y="2282277"/>
            <a:chExt cx="4441050" cy="135300"/>
          </a:xfrm>
        </p:grpSpPr>
        <p:sp>
          <p:nvSpPr>
            <p:cNvPr id="2712" name="Google Shape;2712;p45"/>
            <p:cNvSpPr/>
            <p:nvPr/>
          </p:nvSpPr>
          <p:spPr>
            <a:xfrm>
              <a:off x="2358438" y="2282277"/>
              <a:ext cx="135300" cy="1353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45"/>
            <p:cNvSpPr/>
            <p:nvPr/>
          </p:nvSpPr>
          <p:spPr>
            <a:xfrm>
              <a:off x="6664188" y="2282277"/>
              <a:ext cx="135300" cy="1353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715" name="Google Shape;2715;p45"/>
            <p:cNvCxnSpPr>
              <a:stCxn id="2712" idx="6"/>
              <a:endCxn id="2713" idx="2"/>
            </p:cNvCxnSpPr>
            <p:nvPr/>
          </p:nvCxnSpPr>
          <p:spPr>
            <a:xfrm>
              <a:off x="2493738" y="2349927"/>
              <a:ext cx="41706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cxnSp>
      </p:grpSp>
      <p:sp>
        <p:nvSpPr>
          <p:cNvPr id="2" name="Text Box 1"/>
          <p:cNvSpPr txBox="1"/>
          <p:nvPr/>
        </p:nvSpPr>
        <p:spPr>
          <a:xfrm>
            <a:off x="719455" y="2745740"/>
            <a:ext cx="3098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2580" y="70550"/>
            <a:ext cx="5763900" cy="1181100"/>
          </a:xfrm>
        </p:spPr>
        <p:txBody>
          <a:bodyPr/>
          <a:lstStyle/>
          <a:p>
            <a:r>
              <a:rPr lang="en-US" altLang="en-US">
                <a:solidFill>
                  <a:schemeClr val="accent1"/>
                </a:solidFill>
                <a:sym typeface="+mn-ea"/>
              </a:rPr>
              <a:t>Project Objective</a:t>
            </a:r>
            <a:br>
              <a:rPr lang="en-US">
                <a:solidFill>
                  <a:schemeClr val="bg1"/>
                </a:solidFill>
                <a:sym typeface="+mn-ea"/>
              </a:rPr>
            </a:br>
            <a:br>
              <a:rPr dirty="0"/>
            </a:b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3140" y="1008380"/>
            <a:ext cx="7157720" cy="6254115"/>
          </a:xfrm>
        </p:spPr>
        <p:txBody>
          <a:bodyPr/>
          <a:lstStyle/>
          <a:p>
            <a:pPr marL="139700" indent="0">
              <a:buNone/>
            </a:pPr>
            <a:r>
              <a:rPr lang="en-US" altLang="en-US" b="1">
                <a:solidFill>
                  <a:schemeClr val="bg1"/>
                </a:solidFill>
              </a:rPr>
              <a:t>Goal of the Analysis</a:t>
            </a:r>
          </a:p>
          <a:p>
            <a:pPr marL="139700" indent="0">
              <a:buNone/>
            </a:pPr>
            <a:endParaRPr lang="en-US" altLang="en-US" b="1">
              <a:solidFill>
                <a:schemeClr val="bg1"/>
              </a:solidFill>
            </a:endParaRPr>
          </a:p>
          <a:p>
            <a:pPr marL="368300" indent="-228600">
              <a:buAutoNum type="arabicPeriod"/>
            </a:pPr>
            <a:r>
              <a:rPr lang="en-US" altLang="en-US" sz="1200">
                <a:solidFill>
                  <a:schemeClr val="bg1"/>
                </a:solidFill>
              </a:rPr>
              <a:t>Identify customers likely to churn</a:t>
            </a:r>
          </a:p>
          <a:p>
            <a:pPr marL="368300" indent="-228600">
              <a:buAutoNum type="arabicPeriod"/>
            </a:pPr>
            <a:r>
              <a:rPr lang="en-US" altLang="en-US" sz="1200">
                <a:solidFill>
                  <a:schemeClr val="bg1"/>
                </a:solidFill>
              </a:rPr>
              <a:t>Analyze patterns behind churn behavior</a:t>
            </a:r>
          </a:p>
          <a:p>
            <a:pPr marL="368300" indent="-228600">
              <a:buAutoNum type="arabicPeriod"/>
            </a:pPr>
            <a:r>
              <a:rPr lang="en-US" altLang="en-US" sz="1200">
                <a:solidFill>
                  <a:schemeClr val="bg1"/>
                </a:solidFill>
              </a:rPr>
              <a:t>Provide a high-risk customer list</a:t>
            </a:r>
          </a:p>
          <a:p>
            <a:pPr marL="368300" indent="-228600">
              <a:buAutoNum type="arabicPeriod"/>
            </a:pPr>
            <a:r>
              <a:rPr lang="en-US" altLang="en-US" sz="1200">
                <a:solidFill>
                  <a:schemeClr val="bg1"/>
                </a:solidFill>
              </a:rPr>
              <a:t>Recommend actions to retain them</a:t>
            </a:r>
          </a:p>
          <a:p>
            <a:pPr marL="139700" indent="0">
              <a:buNone/>
            </a:pPr>
            <a:endParaRPr lang="en-US" altLang="en-US">
              <a:solidFill>
                <a:schemeClr val="bg1"/>
              </a:solidFill>
            </a:endParaRPr>
          </a:p>
          <a:p>
            <a:pPr marL="139700" indent="0">
              <a:buNone/>
            </a:pPr>
            <a:r>
              <a:rPr lang="en-US" altLang="en-US">
                <a:solidFill>
                  <a:schemeClr val="bg1"/>
                </a:solidFill>
              </a:rPr>
              <a:t>Expected Outcome</a:t>
            </a:r>
          </a:p>
          <a:p>
            <a:pPr marL="139700" indent="0">
              <a:buNone/>
            </a:pPr>
            <a:endParaRPr lang="en-US" altLang="en-US">
              <a:solidFill>
                <a:schemeClr val="bg1"/>
              </a:solidFill>
            </a:endParaRPr>
          </a:p>
          <a:p>
            <a:pPr marL="139700" indent="0">
              <a:buNone/>
            </a:pPr>
            <a:r>
              <a:rPr lang="en-US" altLang="en-US" sz="1200" u="sng">
                <a:solidFill>
                  <a:schemeClr val="bg1"/>
                </a:solidFill>
              </a:rPr>
              <a:t>Output</a:t>
            </a:r>
            <a:r>
              <a:rPr lang="en-US" altLang="en-US" sz="1200">
                <a:solidFill>
                  <a:schemeClr val="bg1"/>
                </a:solidFill>
              </a:rPr>
              <a:t>	                             </a:t>
            </a:r>
            <a:r>
              <a:rPr lang="en-US" altLang="en-US" sz="1200" u="sng">
                <a:solidFill>
                  <a:schemeClr val="bg1"/>
                </a:solidFill>
              </a:rPr>
              <a:t>  Purpose</a:t>
            </a:r>
            <a:endParaRPr lang="en-US" altLang="en-US" sz="1200">
              <a:solidFill>
                <a:schemeClr val="bg1"/>
              </a:solidFill>
            </a:endParaRPr>
          </a:p>
          <a:p>
            <a:pPr marL="139700" indent="0">
              <a:buNone/>
            </a:pPr>
            <a:endParaRPr lang="en-US" altLang="en-US" sz="1200">
              <a:solidFill>
                <a:schemeClr val="bg1"/>
              </a:solidFill>
            </a:endParaRPr>
          </a:p>
          <a:p>
            <a:pPr marL="139700" indent="0">
              <a:buNone/>
            </a:pPr>
            <a:r>
              <a:rPr lang="en-US" altLang="en-US" sz="1200">
                <a:solidFill>
                  <a:schemeClr val="bg1"/>
                </a:solidFill>
              </a:rPr>
              <a:t>Churn Risk Score	 Identify high-risk customers</a:t>
            </a:r>
          </a:p>
          <a:p>
            <a:pPr marL="139700" indent="0">
              <a:buNone/>
            </a:pPr>
            <a:r>
              <a:rPr lang="en-US" altLang="en-US" sz="1200">
                <a:solidFill>
                  <a:schemeClr val="bg1"/>
                </a:solidFill>
              </a:rPr>
              <a:t>Customer Segmentation	 Classify risk levels</a:t>
            </a:r>
          </a:p>
          <a:p>
            <a:pPr marL="139700" indent="0">
              <a:buNone/>
            </a:pPr>
            <a:r>
              <a:rPr lang="en-US" altLang="en-US" sz="1200">
                <a:solidFill>
                  <a:schemeClr val="bg1"/>
                </a:solidFill>
              </a:rPr>
              <a:t>Retention Strategy	 Reduce churn</a:t>
            </a:r>
          </a:p>
        </p:txBody>
      </p:sp>
      <p:grpSp>
        <p:nvGrpSpPr>
          <p:cNvPr id="2714" name="Google Shape;2714;p45"/>
          <p:cNvGrpSpPr/>
          <p:nvPr/>
        </p:nvGrpSpPr>
        <p:grpSpPr>
          <a:xfrm>
            <a:off x="2181273" y="682712"/>
            <a:ext cx="4441050" cy="135300"/>
            <a:chOff x="2358438" y="2282277"/>
            <a:chExt cx="4441050" cy="135300"/>
          </a:xfrm>
        </p:grpSpPr>
        <p:sp>
          <p:nvSpPr>
            <p:cNvPr id="2712" name="Google Shape;2712;p45"/>
            <p:cNvSpPr/>
            <p:nvPr/>
          </p:nvSpPr>
          <p:spPr>
            <a:xfrm>
              <a:off x="2358438" y="2282277"/>
              <a:ext cx="135300" cy="1353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45"/>
            <p:cNvSpPr/>
            <p:nvPr/>
          </p:nvSpPr>
          <p:spPr>
            <a:xfrm>
              <a:off x="6664188" y="2282277"/>
              <a:ext cx="135300" cy="1353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715" name="Google Shape;2715;p45"/>
            <p:cNvCxnSpPr>
              <a:stCxn id="2712" idx="6"/>
              <a:endCxn id="2713" idx="2"/>
            </p:cNvCxnSpPr>
            <p:nvPr/>
          </p:nvCxnSpPr>
          <p:spPr>
            <a:xfrm>
              <a:off x="2493738" y="2349927"/>
              <a:ext cx="41706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3048000" y="167005"/>
            <a:ext cx="3048000" cy="5556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3200" dirty="0">
                <a:solidFill>
                  <a:schemeClr val="accent1"/>
                </a:solidFill>
                <a:sym typeface="+mn-ea"/>
              </a:rPr>
              <a:t>Data Sources</a:t>
            </a:r>
          </a:p>
        </p:txBody>
      </p:sp>
      <p:sp>
        <p:nvSpPr>
          <p:cNvPr id="2702" name="Google Shape;2702;p44"/>
          <p:cNvSpPr/>
          <p:nvPr>
            <p:custDataLst>
              <p:tags r:id="rId1"/>
            </p:custDataLst>
          </p:nvPr>
        </p:nvSpPr>
        <p:spPr>
          <a:xfrm>
            <a:off x="2425113" y="753270"/>
            <a:ext cx="135300" cy="1353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3" name="Google Shape;2703;p44"/>
          <p:cNvSpPr/>
          <p:nvPr>
            <p:custDataLst>
              <p:tags r:id="rId2"/>
            </p:custDataLst>
          </p:nvPr>
        </p:nvSpPr>
        <p:spPr>
          <a:xfrm>
            <a:off x="6581658" y="725330"/>
            <a:ext cx="135300" cy="1353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04" name="Google Shape;2704;p44"/>
          <p:cNvCxnSpPr/>
          <p:nvPr>
            <p:custDataLst>
              <p:tags r:id="rId3"/>
            </p:custDataLst>
          </p:nvPr>
        </p:nvCxnSpPr>
        <p:spPr>
          <a:xfrm>
            <a:off x="2493738" y="807585"/>
            <a:ext cx="41565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sp>
        <p:nvSpPr>
          <p:cNvPr id="7" name="Text Box 6"/>
          <p:cNvSpPr txBox="1"/>
          <p:nvPr/>
        </p:nvSpPr>
        <p:spPr>
          <a:xfrm>
            <a:off x="1054100" y="1059815"/>
            <a:ext cx="6427470" cy="3569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>
                <a:solidFill>
                  <a:schemeClr val="bg1"/>
                </a:solidFill>
              </a:rPr>
              <a:t>Data Used for Analysis</a:t>
            </a:r>
          </a:p>
          <a:p>
            <a:endParaRPr lang="en-US" altLang="en-US" sz="1200">
              <a:solidFill>
                <a:schemeClr val="bg1"/>
              </a:solidFill>
            </a:endParaRPr>
          </a:p>
          <a:p>
            <a:r>
              <a:rPr lang="en-US" altLang="en-US" sz="1000">
                <a:solidFill>
                  <a:schemeClr val="bg1"/>
                </a:solidFill>
              </a:rPr>
              <a:t>The analysis uses multiple datasets.</a:t>
            </a:r>
          </a:p>
          <a:p>
            <a:endParaRPr lang="en-US" altLang="en-US" sz="1200">
              <a:solidFill>
                <a:schemeClr val="bg1"/>
              </a:solidFill>
            </a:endParaRPr>
          </a:p>
          <a:p>
            <a:r>
              <a:rPr lang="en-US" altLang="en-US" sz="1200">
                <a:solidFill>
                  <a:schemeClr val="bg1"/>
                </a:solidFill>
              </a:rPr>
              <a:t>Data Source	                     Description</a:t>
            </a:r>
          </a:p>
          <a:p>
            <a:endParaRPr lang="en-US" altLang="en-US" sz="1200">
              <a:solidFill>
                <a:schemeClr val="bg1"/>
              </a:solidFill>
            </a:endParaRPr>
          </a:p>
          <a:p>
            <a:r>
              <a:rPr lang="en-US" altLang="en-US" sz="1000">
                <a:solidFill>
                  <a:schemeClr val="bg1"/>
                </a:solidFill>
              </a:rPr>
              <a:t>Customer Master	Customer details</a:t>
            </a:r>
          </a:p>
          <a:p>
            <a:r>
              <a:rPr lang="en-US" altLang="en-US" sz="1000">
                <a:solidFill>
                  <a:schemeClr val="bg1"/>
                </a:solidFill>
              </a:rPr>
              <a:t>Transaction History	Purchases and payments</a:t>
            </a:r>
          </a:p>
          <a:p>
            <a:r>
              <a:rPr lang="en-US" altLang="en-US" sz="1000">
                <a:solidFill>
                  <a:schemeClr val="bg1"/>
                </a:solidFill>
              </a:rPr>
              <a:t>Customer Support Data	Complaints and service tickets</a:t>
            </a:r>
          </a:p>
          <a:p>
            <a:r>
              <a:rPr lang="en-US" altLang="en-US" sz="1000">
                <a:solidFill>
                  <a:schemeClr val="bg1"/>
                </a:solidFill>
              </a:rPr>
              <a:t>Usage Data	                          Login frequency and activity</a:t>
            </a:r>
          </a:p>
          <a:p>
            <a:endParaRPr lang="en-US" altLang="en-US" sz="1200">
              <a:solidFill>
                <a:schemeClr val="bg1"/>
              </a:solidFill>
            </a:endParaRPr>
          </a:p>
          <a:p>
            <a:r>
              <a:rPr lang="en-US" altLang="en-US" sz="1200" b="1">
                <a:solidFill>
                  <a:schemeClr val="bg1"/>
                </a:solidFill>
              </a:rPr>
              <a:t>Example Dataset</a:t>
            </a:r>
          </a:p>
          <a:p>
            <a:endParaRPr lang="en-US" altLang="en-US" sz="1200" b="1">
              <a:solidFill>
                <a:schemeClr val="bg1"/>
              </a:solidFill>
            </a:endParaRPr>
          </a:p>
          <a:p>
            <a:r>
              <a:rPr lang="en-US" altLang="en-US" sz="1200">
                <a:solidFill>
                  <a:schemeClr val="bg1"/>
                </a:solidFill>
              </a:rPr>
              <a:t>Customer ID	Last Purchase	Complaints	Usage</a:t>
            </a:r>
          </a:p>
          <a:p>
            <a:endParaRPr lang="en-US" altLang="en-US" sz="1200">
              <a:solidFill>
                <a:schemeClr val="bg1"/>
              </a:solidFill>
            </a:endParaRPr>
          </a:p>
          <a:p>
            <a:r>
              <a:rPr lang="en-US" altLang="en-US" sz="1000">
                <a:solidFill>
                  <a:schemeClr val="bg1"/>
                </a:solidFill>
              </a:rPr>
              <a:t>C201	2 days ago	0	High</a:t>
            </a:r>
          </a:p>
          <a:p>
            <a:r>
              <a:rPr lang="en-US" altLang="en-US" sz="1000">
                <a:solidFill>
                  <a:schemeClr val="bg1"/>
                </a:solidFill>
              </a:rPr>
              <a:t>C202	90 days ago	3	Low</a:t>
            </a:r>
          </a:p>
          <a:p>
            <a:r>
              <a:rPr lang="en-US" altLang="en-US" sz="1000">
                <a:solidFill>
                  <a:schemeClr val="bg1"/>
                </a:solidFill>
              </a:rPr>
              <a:t>C203	45 days ago	1	Medium</a:t>
            </a:r>
          </a:p>
          <a:p>
            <a:endParaRPr lang="en-US" altLang="en-US" sz="1200">
              <a:solidFill>
                <a:schemeClr val="bg1"/>
              </a:solidFill>
            </a:endParaRPr>
          </a:p>
          <a:p>
            <a:r>
              <a:rPr lang="en-US" altLang="en-US" sz="1200">
                <a:solidFill>
                  <a:schemeClr val="bg1"/>
                </a:solidFill>
              </a:rPr>
              <a:t>Customers with low usage + complaints = higher churn risk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3048000" y="129540"/>
            <a:ext cx="304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dirty="0">
                <a:solidFill>
                  <a:schemeClr val="accent1"/>
                </a:solidFill>
              </a:rPr>
              <a:t>ETL Data Pipeline</a:t>
            </a:r>
          </a:p>
        </p:txBody>
      </p:sp>
      <p:cxnSp>
        <p:nvCxnSpPr>
          <p:cNvPr id="2704" name="Google Shape;2704;p44"/>
          <p:cNvCxnSpPr/>
          <p:nvPr>
            <p:custDataLst>
              <p:tags r:id="rId1"/>
            </p:custDataLst>
          </p:nvPr>
        </p:nvCxnSpPr>
        <p:spPr>
          <a:xfrm>
            <a:off x="2493738" y="841240"/>
            <a:ext cx="41565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sp>
        <p:nvSpPr>
          <p:cNvPr id="5" name="Text Box 4"/>
          <p:cNvSpPr txBox="1"/>
          <p:nvPr/>
        </p:nvSpPr>
        <p:spPr>
          <a:xfrm>
            <a:off x="1416050" y="951230"/>
            <a:ext cx="6555740" cy="4092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600" b="1">
                <a:solidFill>
                  <a:schemeClr val="bg1"/>
                </a:solidFill>
              </a:rPr>
              <a:t>Python ETL Process</a:t>
            </a:r>
          </a:p>
          <a:p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 sz="1200">
                <a:solidFill>
                  <a:schemeClr val="bg1"/>
                </a:solidFill>
              </a:rPr>
              <a:t>The project uses ETL (Extract, Transform, Load).</a:t>
            </a:r>
          </a:p>
          <a:p>
            <a:endParaRPr lang="en-US" altLang="en-US" sz="1200">
              <a:solidFill>
                <a:schemeClr val="bg1"/>
              </a:solidFill>
            </a:endParaRPr>
          </a:p>
          <a:p>
            <a:r>
              <a:rPr lang="en-US" altLang="en-US" sz="1200">
                <a:solidFill>
                  <a:schemeClr val="bg1"/>
                </a:solidFill>
              </a:rPr>
              <a:t>Extract: Data collected from databases and CSV files.</a:t>
            </a:r>
          </a:p>
          <a:p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Transform: </a:t>
            </a:r>
          </a:p>
          <a:p>
            <a:r>
              <a:rPr lang="en-US" altLang="en-US" sz="1200">
                <a:solidFill>
                  <a:schemeClr val="bg1"/>
                </a:solidFill>
              </a:rPr>
              <a:t>Data cleaning steps:</a:t>
            </a:r>
          </a:p>
          <a:p>
            <a:pPr marL="342900" indent="-342900">
              <a:buAutoNum type="arabicPeriod"/>
            </a:pPr>
            <a:r>
              <a:rPr lang="en-US" altLang="en-US" sz="1200">
                <a:solidFill>
                  <a:schemeClr val="bg1"/>
                </a:solidFill>
              </a:rPr>
              <a:t>Remove duplicates</a:t>
            </a:r>
          </a:p>
          <a:p>
            <a:pPr marL="342900" indent="-342900">
              <a:buAutoNum type="arabicPeriod"/>
            </a:pPr>
            <a:r>
              <a:rPr lang="en-US" altLang="en-US" sz="1200">
                <a:solidFill>
                  <a:schemeClr val="bg1"/>
                </a:solidFill>
              </a:rPr>
              <a:t>Handle missing values</a:t>
            </a:r>
          </a:p>
          <a:p>
            <a:pPr marL="342900" indent="-342900">
              <a:buAutoNum type="arabicPeriod"/>
            </a:pPr>
            <a:r>
              <a:rPr lang="en-US" altLang="en-US" sz="1200">
                <a:solidFill>
                  <a:schemeClr val="bg1"/>
                </a:solidFill>
              </a:rPr>
              <a:t>Feature engineering</a:t>
            </a:r>
          </a:p>
          <a:p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 sz="1200">
                <a:solidFill>
                  <a:schemeClr val="bg1"/>
                </a:solidFill>
              </a:rPr>
              <a:t>Load: Processed data stored for analysis.</a:t>
            </a:r>
          </a:p>
          <a:p>
            <a:r>
              <a:rPr lang="en-US" altLang="en-US" b="1">
                <a:solidFill>
                  <a:schemeClr val="bg1"/>
                </a:solidFill>
              </a:rPr>
              <a:t>Pipeline Flow</a:t>
            </a:r>
          </a:p>
          <a:p>
            <a:endParaRPr lang="en-US" altLang="en-US" b="1">
              <a:solidFill>
                <a:schemeClr val="bg1"/>
              </a:solidFill>
            </a:endParaRPr>
          </a:p>
          <a:p>
            <a:r>
              <a:rPr lang="en-US" altLang="en-US" sz="1200">
                <a:solidFill>
                  <a:schemeClr val="bg1"/>
                </a:solidFill>
              </a:rPr>
              <a:t>Database → Python Script → Data Cleaning → Analysis Dataset</a:t>
            </a:r>
          </a:p>
          <a:p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 b="1">
                <a:solidFill>
                  <a:schemeClr val="bg1"/>
                </a:solidFill>
              </a:rPr>
              <a:t>Tools used:</a:t>
            </a:r>
          </a:p>
          <a:p>
            <a:r>
              <a:rPr lang="en-US" altLang="en-US" sz="1200">
                <a:solidFill>
                  <a:schemeClr val="bg1"/>
                </a:solidFill>
              </a:rPr>
              <a:t>Python</a:t>
            </a:r>
          </a:p>
          <a:p>
            <a:r>
              <a:rPr lang="en-US" altLang="en-US" sz="1200">
                <a:solidFill>
                  <a:schemeClr val="bg1"/>
                </a:solidFill>
              </a:rPr>
              <a:t>pandas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3183890" y="219075"/>
            <a:ext cx="3048000" cy="466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400" dirty="0">
                <a:solidFill>
                  <a:schemeClr val="accent1"/>
                </a:solidFill>
              </a:rPr>
              <a:t>Key Churn Indicators</a:t>
            </a:r>
          </a:p>
        </p:txBody>
      </p:sp>
      <p:cxnSp>
        <p:nvCxnSpPr>
          <p:cNvPr id="2704" name="Google Shape;2704;p44"/>
          <p:cNvCxnSpPr/>
          <p:nvPr>
            <p:custDataLst>
              <p:tags r:id="rId1"/>
            </p:custDataLst>
          </p:nvPr>
        </p:nvCxnSpPr>
        <p:spPr>
          <a:xfrm>
            <a:off x="2493738" y="841240"/>
            <a:ext cx="41565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sp>
        <p:nvSpPr>
          <p:cNvPr id="2" name="Text Box 1"/>
          <p:cNvSpPr txBox="1"/>
          <p:nvPr/>
        </p:nvSpPr>
        <p:spPr>
          <a:xfrm>
            <a:off x="1835150" y="997585"/>
            <a:ext cx="5474335" cy="3907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en-US" b="1">
                <a:solidFill>
                  <a:schemeClr val="bg1"/>
                </a:solidFill>
              </a:rPr>
              <a:t>Factors That Indicate Churn Risk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US">
              <a:solidFill>
                <a:schemeClr val="bg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1200">
                <a:solidFill>
                  <a:schemeClr val="bg1"/>
                </a:solidFill>
              </a:rPr>
              <a:t>Based on analysis, these behaviors strongly correlate with churn.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US">
              <a:solidFill>
                <a:schemeClr val="bg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>
                <a:solidFill>
                  <a:schemeClr val="bg1"/>
                </a:solidFill>
              </a:rPr>
              <a:t>Indicator	                  Risk Level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US">
              <a:solidFill>
                <a:schemeClr val="bg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1200">
                <a:solidFill>
                  <a:schemeClr val="bg1"/>
                </a:solidFill>
              </a:rPr>
              <a:t>No activity for 90 days	High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1200">
                <a:solidFill>
                  <a:schemeClr val="bg1"/>
                </a:solidFill>
              </a:rPr>
              <a:t>Frequent complaints	High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1200">
                <a:solidFill>
                  <a:schemeClr val="bg1"/>
                </a:solidFill>
              </a:rPr>
              <a:t>Reduced purchases	Medium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1200">
                <a:solidFill>
                  <a:schemeClr val="bg1"/>
                </a:solidFill>
              </a:rPr>
              <a:t>Low engagement	Medium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US" sz="1200">
              <a:solidFill>
                <a:schemeClr val="bg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b="1">
                <a:solidFill>
                  <a:schemeClr val="bg1"/>
                </a:solidFill>
              </a:rPr>
              <a:t>Example</a:t>
            </a:r>
            <a:endParaRPr lang="en-US" altLang="en-US">
              <a:solidFill>
                <a:schemeClr val="bg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>
                <a:solidFill>
                  <a:schemeClr val="bg1"/>
                </a:solidFill>
              </a:rPr>
              <a:t>Customer C345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US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200">
                <a:solidFill>
                  <a:schemeClr val="bg1"/>
                </a:solidFill>
              </a:rPr>
              <a:t>Last login: 120 days ago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200">
                <a:solidFill>
                  <a:schemeClr val="bg1"/>
                </a:solidFill>
              </a:rPr>
              <a:t>Complaints: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200">
                <a:solidFill>
                  <a:schemeClr val="bg1"/>
                </a:solidFill>
              </a:rPr>
              <a:t>Purchases: none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US">
              <a:solidFill>
                <a:schemeClr val="bg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>
                <a:solidFill>
                  <a:schemeClr val="bg1"/>
                </a:solidFill>
              </a:rPr>
              <a:t>→ High churn probability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25" y="212500"/>
            <a:ext cx="7717500" cy="478200"/>
          </a:xfrm>
        </p:spPr>
        <p:txBody>
          <a:bodyPr/>
          <a:lstStyle/>
          <a:p>
            <a:r>
              <a:rPr lang="en-US" altLang="en-US">
                <a:solidFill>
                  <a:schemeClr val="accent1"/>
                </a:solidFill>
              </a:rPr>
              <a:t>Customer Risk Segmentation</a:t>
            </a:r>
          </a:p>
        </p:txBody>
      </p:sp>
      <p:cxnSp>
        <p:nvCxnSpPr>
          <p:cNvPr id="2704" name="Google Shape;2704;p44"/>
          <p:cNvCxnSpPr/>
          <p:nvPr>
            <p:custDataLst>
              <p:tags r:id="rId1"/>
            </p:custDataLst>
          </p:nvPr>
        </p:nvCxnSpPr>
        <p:spPr>
          <a:xfrm>
            <a:off x="2449288" y="855845"/>
            <a:ext cx="41565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sp>
        <p:nvSpPr>
          <p:cNvPr id="3" name="Text Box 2"/>
          <p:cNvSpPr txBox="1"/>
          <p:nvPr/>
        </p:nvSpPr>
        <p:spPr>
          <a:xfrm>
            <a:off x="1407160" y="1211580"/>
            <a:ext cx="6933565" cy="3695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1600" b="1">
                <a:solidFill>
                  <a:schemeClr val="bg1"/>
                </a:solidFill>
              </a:rPr>
              <a:t>Risk Categories</a:t>
            </a:r>
          </a:p>
          <a:p>
            <a:r>
              <a:rPr lang="en-US" altLang="en-US">
                <a:solidFill>
                  <a:schemeClr val="bg1"/>
                </a:solidFill>
              </a:rPr>
              <a:t>Customers are categorized into three groups.</a:t>
            </a:r>
          </a:p>
          <a:p>
            <a:endParaRPr lang="en-US" altLang="en-US" sz="1600">
              <a:solidFill>
                <a:schemeClr val="bg1"/>
              </a:solidFill>
            </a:endParaRPr>
          </a:p>
          <a:p>
            <a:r>
              <a:rPr lang="en-US" altLang="en-US" sz="1600">
                <a:solidFill>
                  <a:schemeClr val="bg1"/>
                </a:solidFill>
              </a:rPr>
              <a:t>Risk Level	                 Description</a:t>
            </a:r>
          </a:p>
          <a:p>
            <a:r>
              <a:rPr lang="en-US" altLang="en-US">
                <a:solidFill>
                  <a:schemeClr val="bg1"/>
                </a:solidFill>
              </a:rPr>
              <a:t>High Risk	                 Likely to churn soon</a:t>
            </a:r>
          </a:p>
          <a:p>
            <a:r>
              <a:rPr lang="en-US" altLang="en-US">
                <a:solidFill>
                  <a:schemeClr val="bg1"/>
                </a:solidFill>
              </a:rPr>
              <a:t>Medium Risk               Potential future churn</a:t>
            </a:r>
          </a:p>
          <a:p>
            <a:r>
              <a:rPr lang="en-US" altLang="en-US">
                <a:solidFill>
                  <a:schemeClr val="bg1"/>
                </a:solidFill>
              </a:rPr>
              <a:t>Low Risk	                 Stable customers</a:t>
            </a:r>
          </a:p>
          <a:p>
            <a:endParaRPr lang="en-US" altLang="en-US" sz="1600">
              <a:solidFill>
                <a:schemeClr val="bg1"/>
              </a:solidFill>
            </a:endParaRPr>
          </a:p>
          <a:p>
            <a:r>
              <a:rPr lang="en-US" altLang="en-US" sz="1600" b="1">
                <a:solidFill>
                  <a:schemeClr val="bg1"/>
                </a:solidFill>
              </a:rPr>
              <a:t>Example Result</a:t>
            </a:r>
          </a:p>
          <a:p>
            <a:r>
              <a:rPr lang="en-US" altLang="en-US" sz="1600">
                <a:solidFill>
                  <a:schemeClr val="bg1"/>
                </a:solidFill>
              </a:rPr>
              <a:t>Risk Level	        Number of Customers</a:t>
            </a:r>
          </a:p>
          <a:p>
            <a:r>
              <a:rPr lang="en-US" altLang="en-US">
                <a:solidFill>
                  <a:schemeClr val="bg1"/>
                </a:solidFill>
              </a:rPr>
              <a:t>High	        120</a:t>
            </a:r>
          </a:p>
          <a:p>
            <a:r>
              <a:rPr lang="en-US" altLang="en-US">
                <a:solidFill>
                  <a:schemeClr val="bg1"/>
                </a:solidFill>
              </a:rPr>
              <a:t>Medium	        300</a:t>
            </a:r>
          </a:p>
          <a:p>
            <a:r>
              <a:rPr lang="en-US" altLang="en-US">
                <a:solidFill>
                  <a:schemeClr val="bg1"/>
                </a:solidFill>
              </a:rPr>
              <a:t>Low	        580</a:t>
            </a:r>
          </a:p>
          <a:p>
            <a:endParaRPr lang="en-US" altLang="en-US" sz="1600">
              <a:solidFill>
                <a:schemeClr val="bg1"/>
              </a:solidFill>
            </a:endParaRPr>
          </a:p>
          <a:p>
            <a:r>
              <a:rPr lang="en-US" altLang="en-US" sz="1600">
                <a:solidFill>
                  <a:schemeClr val="bg1"/>
                </a:solidFill>
              </a:rPr>
              <a:t>Visual suggestion: Bar Chartk Categories</a:t>
            </a:r>
          </a:p>
          <a:p>
            <a:endParaRPr lang="en-US" altLang="en-US">
              <a:solidFill>
                <a:schemeClr val="bg1"/>
              </a:solidFill>
            </a:endParaRPr>
          </a:p>
          <a:p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25" y="212500"/>
            <a:ext cx="7717500" cy="478200"/>
          </a:xfrm>
        </p:spPr>
        <p:txBody>
          <a:bodyPr/>
          <a:lstStyle/>
          <a:p>
            <a:r>
              <a:rPr lang="en-US" altLang="en-US">
                <a:solidFill>
                  <a:schemeClr val="accent1"/>
                </a:solidFill>
              </a:rPr>
              <a:t>High-Risk Customer List</a:t>
            </a:r>
          </a:p>
        </p:txBody>
      </p:sp>
      <p:cxnSp>
        <p:nvCxnSpPr>
          <p:cNvPr id="2704" name="Google Shape;2704;p44"/>
          <p:cNvCxnSpPr/>
          <p:nvPr>
            <p:custDataLst>
              <p:tags r:id="rId1"/>
            </p:custDataLst>
          </p:nvPr>
        </p:nvCxnSpPr>
        <p:spPr>
          <a:xfrm>
            <a:off x="2449288" y="855845"/>
            <a:ext cx="41565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sp>
        <p:nvSpPr>
          <p:cNvPr id="3" name="Text Box 2"/>
          <p:cNvSpPr txBox="1"/>
          <p:nvPr/>
        </p:nvSpPr>
        <p:spPr>
          <a:xfrm>
            <a:off x="1339850" y="1021080"/>
            <a:ext cx="6933565" cy="4112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b="1">
                <a:solidFill>
                  <a:schemeClr val="bg1"/>
                </a:solidFill>
              </a:rPr>
              <a:t>Customers Requiring Immediate Attention</a:t>
            </a:r>
          </a:p>
          <a:p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Example high-risk customers:</a:t>
            </a:r>
          </a:p>
          <a:p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Customer ID	Risk Level	Reason</a:t>
            </a:r>
          </a:p>
          <a:p>
            <a:r>
              <a:rPr lang="en-US" altLang="en-US" sz="1200">
                <a:solidFill>
                  <a:schemeClr val="bg1"/>
                </a:solidFill>
              </a:rPr>
              <a:t>C1023	High	No activity in 3 months</a:t>
            </a:r>
          </a:p>
          <a:p>
            <a:r>
              <a:rPr lang="en-US" altLang="en-US" sz="1200">
                <a:solidFill>
                  <a:schemeClr val="bg1"/>
                </a:solidFill>
              </a:rPr>
              <a:t>C2045	High	Multiple complaints</a:t>
            </a:r>
          </a:p>
          <a:p>
            <a:r>
              <a:rPr lang="en-US" altLang="en-US" sz="1200">
                <a:solidFill>
                  <a:schemeClr val="bg1"/>
                </a:solidFill>
              </a:rPr>
              <a:t>C1877	High	Reduced purchases</a:t>
            </a:r>
          </a:p>
          <a:p>
            <a:endParaRPr lang="en-US" altLang="en-US" sz="1200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Actionable Insight</a:t>
            </a:r>
          </a:p>
          <a:p>
            <a:r>
              <a:rPr lang="en-US" altLang="en-US" sz="1200">
                <a:solidFill>
                  <a:schemeClr val="bg1"/>
                </a:solidFill>
              </a:rPr>
              <a:t>Customer service team should contact these customers immediately</a:t>
            </a:r>
            <a:r>
              <a:rPr lang="en-US" altLang="en-US">
                <a:solidFill>
                  <a:schemeClr val="bg1"/>
                </a:solidFill>
              </a:rPr>
              <a:t>.</a:t>
            </a:r>
          </a:p>
          <a:p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Example actions:</a:t>
            </a:r>
          </a:p>
          <a:p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 sz="1200">
                <a:solidFill>
                  <a:schemeClr val="bg1"/>
                </a:solidFill>
              </a:rPr>
              <a:t>Discount offers</a:t>
            </a:r>
          </a:p>
          <a:p>
            <a:endParaRPr lang="en-US" altLang="en-US" sz="1200">
              <a:solidFill>
                <a:schemeClr val="bg1"/>
              </a:solidFill>
            </a:endParaRPr>
          </a:p>
          <a:p>
            <a:r>
              <a:rPr lang="en-US" altLang="en-US" sz="1200">
                <a:solidFill>
                  <a:schemeClr val="bg1"/>
                </a:solidFill>
              </a:rPr>
              <a:t>Customer support calls</a:t>
            </a:r>
          </a:p>
          <a:p>
            <a:endParaRPr lang="en-US" altLang="en-US" sz="1200">
              <a:solidFill>
                <a:schemeClr val="bg1"/>
              </a:solidFill>
            </a:endParaRPr>
          </a:p>
          <a:p>
            <a:r>
              <a:rPr lang="en-US" altLang="en-US" sz="1200">
                <a:solidFill>
                  <a:schemeClr val="bg1"/>
                </a:solidFill>
              </a:rPr>
              <a:t>Loyalty rewards</a:t>
            </a:r>
          </a:p>
          <a:p>
            <a:endParaRPr lang="en-US" altLang="en-US" sz="12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25" y="212500"/>
            <a:ext cx="7717500" cy="478200"/>
          </a:xfrm>
        </p:spPr>
        <p:txBody>
          <a:bodyPr/>
          <a:lstStyle/>
          <a:p>
            <a:r>
              <a:rPr lang="en-US" altLang="en-US">
                <a:solidFill>
                  <a:schemeClr val="accent1"/>
                </a:solidFill>
              </a:rPr>
              <a:t>Business Recommendations</a:t>
            </a:r>
          </a:p>
        </p:txBody>
      </p:sp>
      <p:cxnSp>
        <p:nvCxnSpPr>
          <p:cNvPr id="2704" name="Google Shape;2704;p44"/>
          <p:cNvCxnSpPr/>
          <p:nvPr>
            <p:custDataLst>
              <p:tags r:id="rId1"/>
            </p:custDataLst>
          </p:nvPr>
        </p:nvCxnSpPr>
        <p:spPr>
          <a:xfrm>
            <a:off x="2449288" y="855845"/>
            <a:ext cx="41565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sp>
        <p:nvSpPr>
          <p:cNvPr id="3" name="Text Box 2"/>
          <p:cNvSpPr txBox="1"/>
          <p:nvPr/>
        </p:nvSpPr>
        <p:spPr>
          <a:xfrm>
            <a:off x="1339850" y="1021080"/>
            <a:ext cx="6933565" cy="4112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b="1">
                <a:solidFill>
                  <a:schemeClr val="bg1"/>
                </a:solidFill>
              </a:rPr>
              <a:t>Customer Retention Strategies</a:t>
            </a:r>
          </a:p>
          <a:p>
            <a:r>
              <a:rPr lang="en-US" altLang="en-US" sz="1200">
                <a:solidFill>
                  <a:schemeClr val="bg1"/>
                </a:solidFill>
              </a:rPr>
              <a:t>Recommended Actions</a:t>
            </a:r>
          </a:p>
          <a:p>
            <a:endParaRPr lang="en-US" altLang="en-US" sz="1200">
              <a:solidFill>
                <a:schemeClr val="bg1"/>
              </a:solidFill>
            </a:endParaRPr>
          </a:p>
          <a:p>
            <a:pPr marL="228600" indent="-228600">
              <a:buAutoNum type="arabicPeriod"/>
            </a:pPr>
            <a:r>
              <a:rPr lang="en-US" altLang="en-US" sz="1200">
                <a:solidFill>
                  <a:schemeClr val="bg1"/>
                </a:solidFill>
              </a:rPr>
              <a:t>Loyalty discounts</a:t>
            </a:r>
          </a:p>
          <a:p>
            <a:pPr marL="228600" indent="-228600">
              <a:buAutoNum type="arabicPeriod"/>
            </a:pPr>
            <a:endParaRPr lang="en-US" altLang="en-US" sz="1200">
              <a:solidFill>
                <a:schemeClr val="bg1"/>
              </a:solidFill>
            </a:endParaRPr>
          </a:p>
          <a:p>
            <a:pPr marL="228600" indent="-228600">
              <a:buAutoNum type="arabicPeriod"/>
            </a:pPr>
            <a:r>
              <a:rPr lang="en-US" altLang="en-US" sz="1200">
                <a:solidFill>
                  <a:schemeClr val="bg1"/>
                </a:solidFill>
              </a:rPr>
              <a:t>Personalized offers</a:t>
            </a:r>
          </a:p>
          <a:p>
            <a:pPr marL="228600" indent="-228600">
              <a:buAutoNum type="arabicPeriod"/>
            </a:pPr>
            <a:endParaRPr lang="en-US" altLang="en-US" sz="1200">
              <a:solidFill>
                <a:schemeClr val="bg1"/>
              </a:solidFill>
            </a:endParaRPr>
          </a:p>
          <a:p>
            <a:pPr marL="228600" indent="-228600">
              <a:buAutoNum type="arabicPeriod"/>
            </a:pPr>
            <a:r>
              <a:rPr lang="en-US" altLang="en-US" sz="1200">
                <a:solidFill>
                  <a:schemeClr val="bg1"/>
                </a:solidFill>
              </a:rPr>
              <a:t>Customer support follow-ups</a:t>
            </a:r>
          </a:p>
          <a:p>
            <a:pPr marL="228600" indent="-228600">
              <a:buAutoNum type="arabicPeriod"/>
            </a:pPr>
            <a:endParaRPr lang="en-US" altLang="en-US" sz="1200">
              <a:solidFill>
                <a:schemeClr val="bg1"/>
              </a:solidFill>
            </a:endParaRPr>
          </a:p>
          <a:p>
            <a:pPr marL="228600" indent="-228600">
              <a:buAutoNum type="arabicPeriod"/>
            </a:pPr>
            <a:r>
              <a:rPr lang="en-US" altLang="en-US" sz="1200">
                <a:solidFill>
                  <a:schemeClr val="bg1"/>
                </a:solidFill>
              </a:rPr>
              <a:t>Email or SMS engagement campaigns</a:t>
            </a:r>
          </a:p>
          <a:p>
            <a:endParaRPr lang="en-US" altLang="en-US" sz="1200">
              <a:solidFill>
                <a:schemeClr val="bg1"/>
              </a:solidFill>
            </a:endParaRPr>
          </a:p>
          <a:p>
            <a:r>
              <a:rPr lang="en-US" altLang="en-US" b="1">
                <a:solidFill>
                  <a:schemeClr val="bg1"/>
                </a:solidFill>
              </a:rPr>
              <a:t>Example</a:t>
            </a:r>
          </a:p>
          <a:p>
            <a:endParaRPr lang="en-US" altLang="en-US" b="1">
              <a:solidFill>
                <a:schemeClr val="bg1"/>
              </a:solidFill>
            </a:endParaRPr>
          </a:p>
          <a:p>
            <a:r>
              <a:rPr lang="en-US" altLang="en-US" sz="1200">
                <a:solidFill>
                  <a:schemeClr val="bg1"/>
                </a:solidFill>
              </a:rPr>
              <a:t>Customer	Recommended Action</a:t>
            </a:r>
          </a:p>
          <a:p>
            <a:r>
              <a:rPr lang="en-US" altLang="en-US" sz="1200">
                <a:solidFill>
                  <a:schemeClr val="bg1"/>
                </a:solidFill>
              </a:rPr>
              <a:t>C1023	Send discount coupon</a:t>
            </a:r>
          </a:p>
          <a:p>
            <a:r>
              <a:rPr lang="en-US" altLang="en-US" sz="1200">
                <a:solidFill>
                  <a:schemeClr val="bg1"/>
                </a:solidFill>
              </a:rPr>
              <a:t>C2045	Customer support call</a:t>
            </a:r>
          </a:p>
          <a:p>
            <a:r>
              <a:rPr lang="en-US" altLang="en-US" sz="1200">
                <a:solidFill>
                  <a:schemeClr val="bg1"/>
                </a:solidFill>
              </a:rPr>
              <a:t>C1877	Special promotion</a:t>
            </a:r>
          </a:p>
          <a:p>
            <a:endParaRPr lang="en-US" altLang="en-US" sz="1200">
              <a:solidFill>
                <a:schemeClr val="bg1"/>
              </a:solidFill>
            </a:endParaRPr>
          </a:p>
          <a:p>
            <a:r>
              <a:rPr lang="en-US" altLang="en-US" sz="1200">
                <a:solidFill>
                  <a:schemeClr val="bg1"/>
                </a:solidFill>
              </a:rPr>
              <a:t>These actions increase customer satisfaction and reduce churn.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105" y="212725"/>
            <a:ext cx="7717790" cy="336550"/>
          </a:xfrm>
        </p:spPr>
        <p:txBody>
          <a:bodyPr/>
          <a:lstStyle/>
          <a:p>
            <a:r>
              <a:rPr lang="en-US" altLang="en-US">
                <a:solidFill>
                  <a:schemeClr val="accent1"/>
                </a:solidFill>
              </a:rPr>
              <a:t>key insights</a:t>
            </a:r>
          </a:p>
        </p:txBody>
      </p:sp>
      <p:cxnSp>
        <p:nvCxnSpPr>
          <p:cNvPr id="2704" name="Google Shape;2704;p44"/>
          <p:cNvCxnSpPr/>
          <p:nvPr>
            <p:custDataLst>
              <p:tags r:id="rId1"/>
            </p:custDataLst>
          </p:nvPr>
        </p:nvCxnSpPr>
        <p:spPr>
          <a:xfrm>
            <a:off x="2449288" y="855845"/>
            <a:ext cx="41565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sp>
        <p:nvSpPr>
          <p:cNvPr id="3" name="Text Box 2"/>
          <p:cNvSpPr txBox="1"/>
          <p:nvPr/>
        </p:nvSpPr>
        <p:spPr>
          <a:xfrm>
            <a:off x="803910" y="931545"/>
            <a:ext cx="7558405" cy="4112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1200" b="1">
                <a:solidFill>
                  <a:schemeClr val="bg1"/>
                </a:solidFill>
              </a:rPr>
              <a:t>Key Churn Indicators – </a:t>
            </a:r>
          </a:p>
          <a:p>
            <a:endParaRPr lang="en-US" altLang="en-US" sz="120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bg1"/>
                </a:solidFill>
              </a:rPr>
              <a:t>Low product usage increases churn risk.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sz="100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bg1"/>
                </a:solidFill>
              </a:rPr>
              <a:t>Frequent complaints indicate unhappy customers.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sz="100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bg1"/>
                </a:solidFill>
              </a:rPr>
              <a:t>High subscription cost contributes to churn.</a:t>
            </a:r>
          </a:p>
          <a:p>
            <a:endParaRPr lang="en-US" altLang="en-US" sz="1200">
              <a:solidFill>
                <a:schemeClr val="bg1"/>
              </a:solidFill>
            </a:endParaRPr>
          </a:p>
          <a:p>
            <a:r>
              <a:rPr lang="en-US" altLang="en-US" sz="1200" b="1">
                <a:solidFill>
                  <a:schemeClr val="bg1"/>
                </a:solidFill>
              </a:rPr>
              <a:t>Customer Risk Segmentation – </a:t>
            </a:r>
          </a:p>
          <a:p>
            <a:endParaRPr lang="en-US" altLang="en-US" sz="120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bg1"/>
                </a:solidFill>
              </a:rPr>
              <a:t>Customers are grouped into Low, Medium, and High risk.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sz="100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bg1"/>
                </a:solidFill>
              </a:rPr>
              <a:t>High-risk customers show low engagement.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sz="100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bg1"/>
                </a:solidFill>
              </a:rPr>
              <a:t>Segmentation helps focus retention efforts.</a:t>
            </a:r>
          </a:p>
          <a:p>
            <a:endParaRPr lang="en-US" altLang="en-US" sz="1200">
              <a:solidFill>
                <a:schemeClr val="bg1"/>
              </a:solidFill>
            </a:endParaRPr>
          </a:p>
          <a:p>
            <a:r>
              <a:rPr lang="en-US" altLang="en-US" sz="1200" b="1">
                <a:solidFill>
                  <a:schemeClr val="bg1"/>
                </a:solidFill>
              </a:rPr>
              <a:t>High-Risk Customer List – </a:t>
            </a:r>
          </a:p>
          <a:p>
            <a:endParaRPr lang="en-US" altLang="en-US" sz="120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bg1"/>
                </a:solidFill>
              </a:rPr>
              <a:t>Around 15–20% customers are high risk.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sz="100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bg1"/>
                </a:solidFill>
              </a:rPr>
              <a:t>Most show declining activity.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sz="100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bg1"/>
                </a:solidFill>
              </a:rPr>
              <a:t>Early action can help retain them.</a:t>
            </a:r>
          </a:p>
          <a:p>
            <a:endParaRPr lang="en-US" altLang="en-US" sz="1200">
              <a:solidFill>
                <a:schemeClr val="bg1"/>
              </a:solidFill>
            </a:endParaRPr>
          </a:p>
          <a:p>
            <a:endParaRPr lang="en-US" altLang="en-US" sz="1200">
              <a:solidFill>
                <a:schemeClr val="bg1"/>
              </a:solidFill>
            </a:endParaRPr>
          </a:p>
          <a:p>
            <a:r>
              <a:rPr lang="en-US" altLang="en-US" sz="1200">
                <a:solidFill>
                  <a:schemeClr val="bg1"/>
                </a:solidFill>
              </a:rPr>
              <a:t>.</a:t>
            </a:r>
          </a:p>
          <a:p>
            <a:endParaRPr lang="en-US" altLang="en-US" sz="1200">
              <a:solidFill>
                <a:schemeClr val="bg1"/>
              </a:solidFill>
            </a:endParaRPr>
          </a:p>
          <a:p>
            <a:endParaRPr lang="en-US" altLang="en-US" sz="12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105" y="212725"/>
            <a:ext cx="7717790" cy="336550"/>
          </a:xfrm>
        </p:spPr>
        <p:txBody>
          <a:bodyPr/>
          <a:lstStyle/>
          <a:p>
            <a:r>
              <a:rPr lang="en-US" altLang="en-US">
                <a:solidFill>
                  <a:schemeClr val="accent1"/>
                </a:solidFill>
              </a:rPr>
              <a:t>full pipeline test</a:t>
            </a:r>
          </a:p>
        </p:txBody>
      </p:sp>
      <p:cxnSp>
        <p:nvCxnSpPr>
          <p:cNvPr id="2704" name="Google Shape;2704;p44"/>
          <p:cNvCxnSpPr/>
          <p:nvPr>
            <p:custDataLst>
              <p:tags r:id="rId1"/>
            </p:custDataLst>
          </p:nvPr>
        </p:nvCxnSpPr>
        <p:spPr>
          <a:xfrm>
            <a:off x="2449288" y="855845"/>
            <a:ext cx="41565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sp>
        <p:nvSpPr>
          <p:cNvPr id="3" name="Text Box 2"/>
          <p:cNvSpPr txBox="1"/>
          <p:nvPr/>
        </p:nvSpPr>
        <p:spPr>
          <a:xfrm>
            <a:off x="803910" y="931545"/>
            <a:ext cx="7558405" cy="4112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b="1">
                <a:solidFill>
                  <a:schemeClr val="bg1"/>
                </a:solidFill>
              </a:rPr>
              <a:t>Test the entire process:</a:t>
            </a:r>
          </a:p>
          <a:p>
            <a:endParaRPr lang="en-US" altLang="en-US" sz="1200">
              <a:solidFill>
                <a:schemeClr val="bg1"/>
              </a:solidFill>
            </a:endParaRPr>
          </a:p>
          <a:p>
            <a:pPr algn="ctr"/>
            <a:r>
              <a:rPr lang="en-US" altLang="en-US">
                <a:solidFill>
                  <a:schemeClr val="bg1"/>
                </a:solidFill>
              </a:rPr>
              <a:t>Raw Dataset</a:t>
            </a:r>
          </a:p>
          <a:p>
            <a:pPr algn="ctr"/>
            <a:r>
              <a:rPr lang="en-US" altLang="en-US">
                <a:solidFill>
                  <a:schemeClr val="bg1"/>
                </a:solidFill>
              </a:rPr>
              <a:t>      ↓</a:t>
            </a:r>
          </a:p>
          <a:p>
            <a:pPr algn="ctr"/>
            <a:r>
              <a:rPr lang="en-US" altLang="en-US">
                <a:solidFill>
                  <a:schemeClr val="bg1"/>
                </a:solidFill>
              </a:rPr>
              <a:t>Python ETL Script</a:t>
            </a:r>
          </a:p>
          <a:p>
            <a:pPr algn="ctr"/>
            <a:r>
              <a:rPr lang="en-US" altLang="en-US">
                <a:solidFill>
                  <a:schemeClr val="bg1"/>
                </a:solidFill>
              </a:rPr>
              <a:t>      ↓</a:t>
            </a:r>
          </a:p>
          <a:p>
            <a:pPr algn="ctr"/>
            <a:r>
              <a:rPr lang="en-US" altLang="en-US">
                <a:solidFill>
                  <a:schemeClr val="bg1"/>
                </a:solidFill>
              </a:rPr>
              <a:t>Churn Risk Customer List</a:t>
            </a:r>
          </a:p>
          <a:p>
            <a:pPr algn="ctr"/>
            <a:r>
              <a:rPr lang="en-US" altLang="en-US">
                <a:solidFill>
                  <a:schemeClr val="bg1"/>
                </a:solidFill>
              </a:rPr>
              <a:t>      ↓</a:t>
            </a:r>
          </a:p>
          <a:p>
            <a:pPr algn="ctr"/>
            <a:r>
              <a:rPr lang="en-US" altLang="en-US">
                <a:solidFill>
                  <a:schemeClr val="bg1"/>
                </a:solidFill>
              </a:rPr>
              <a:t>Dashboard Refresh</a:t>
            </a:r>
          </a:p>
          <a:p>
            <a:pPr algn="ctr"/>
            <a:r>
              <a:rPr lang="en-US" altLang="en-US">
                <a:solidFill>
                  <a:schemeClr val="bg1"/>
                </a:solidFill>
              </a:rPr>
              <a:t>      ↓</a:t>
            </a:r>
          </a:p>
          <a:p>
            <a:pPr algn="ctr"/>
            <a:r>
              <a:rPr lang="en-US" altLang="en-US">
                <a:solidFill>
                  <a:schemeClr val="bg1"/>
                </a:solidFill>
              </a:rPr>
              <a:t>Executive Report</a:t>
            </a:r>
          </a:p>
          <a:p>
            <a:endParaRPr lang="en-US" altLang="en-US" sz="1200">
              <a:solidFill>
                <a:schemeClr val="bg1"/>
              </a:solidFill>
            </a:endParaRPr>
          </a:p>
          <a:p>
            <a:endParaRPr lang="en-US" altLang="en-US" sz="1200">
              <a:solidFill>
                <a:schemeClr val="bg1"/>
              </a:solidFill>
            </a:endParaRPr>
          </a:p>
          <a:p>
            <a:endParaRPr lang="en-US" altLang="en-US" sz="1200">
              <a:solidFill>
                <a:schemeClr val="bg1"/>
              </a:solidFill>
            </a:endParaRPr>
          </a:p>
          <a:p>
            <a:endParaRPr lang="en-US" altLang="en-US" sz="12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25" y="212500"/>
            <a:ext cx="7717500" cy="478200"/>
          </a:xfrm>
        </p:spPr>
        <p:txBody>
          <a:bodyPr/>
          <a:lstStyle/>
          <a:p>
            <a:r>
              <a:rPr lang="en-US" altLang="en-US">
                <a:solidFill>
                  <a:schemeClr val="accent1"/>
                </a:solidFill>
              </a:rPr>
              <a:t>conclusion</a:t>
            </a:r>
          </a:p>
        </p:txBody>
      </p:sp>
      <p:cxnSp>
        <p:nvCxnSpPr>
          <p:cNvPr id="2704" name="Google Shape;2704;p44"/>
          <p:cNvCxnSpPr/>
          <p:nvPr>
            <p:custDataLst>
              <p:tags r:id="rId1"/>
            </p:custDataLst>
          </p:nvPr>
        </p:nvCxnSpPr>
        <p:spPr>
          <a:xfrm>
            <a:off x="2449288" y="855845"/>
            <a:ext cx="41565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sp>
        <p:nvSpPr>
          <p:cNvPr id="3" name="Text Box 2"/>
          <p:cNvSpPr txBox="1"/>
          <p:nvPr/>
        </p:nvSpPr>
        <p:spPr>
          <a:xfrm>
            <a:off x="1339850" y="1021080"/>
            <a:ext cx="6933565" cy="4112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1200" b="1">
                <a:solidFill>
                  <a:schemeClr val="bg1"/>
                </a:solidFill>
              </a:rPr>
              <a:t>Business Benefits</a:t>
            </a:r>
          </a:p>
          <a:p>
            <a:endParaRPr lang="en-US" altLang="en-US" sz="1000">
              <a:solidFill>
                <a:schemeClr val="bg1"/>
              </a:solidFill>
            </a:endParaRPr>
          </a:p>
          <a:p>
            <a:pPr marL="228600" indent="-228600" algn="l">
              <a:buAutoNum type="arabicPeriod"/>
            </a:pPr>
            <a:r>
              <a:rPr lang="en-US" altLang="en-US" sz="1000">
                <a:solidFill>
                  <a:schemeClr val="bg1"/>
                </a:solidFill>
              </a:rPr>
              <a:t>Reduce churn by 10–15%</a:t>
            </a:r>
          </a:p>
          <a:p>
            <a:pPr marL="228600" indent="-228600" algn="l">
              <a:buAutoNum type="arabicPeriod"/>
            </a:pPr>
            <a:endParaRPr lang="en-US" altLang="en-US" sz="1000">
              <a:solidFill>
                <a:schemeClr val="bg1"/>
              </a:solidFill>
            </a:endParaRPr>
          </a:p>
          <a:p>
            <a:pPr marL="228600" indent="-228600" algn="l">
              <a:buAutoNum type="arabicPeriod"/>
            </a:pPr>
            <a:r>
              <a:rPr lang="en-US" altLang="en-US" sz="1000">
                <a:solidFill>
                  <a:schemeClr val="bg1"/>
                </a:solidFill>
              </a:rPr>
              <a:t>Increase customer retention</a:t>
            </a:r>
          </a:p>
          <a:p>
            <a:pPr marL="228600" indent="-228600" algn="l">
              <a:buAutoNum type="arabicPeriod"/>
            </a:pPr>
            <a:endParaRPr lang="en-US" altLang="en-US" sz="1000">
              <a:solidFill>
                <a:schemeClr val="bg1"/>
              </a:solidFill>
            </a:endParaRPr>
          </a:p>
          <a:p>
            <a:pPr marL="228600" indent="-228600" algn="l">
              <a:buAutoNum type="arabicPeriod"/>
            </a:pPr>
            <a:r>
              <a:rPr lang="en-US" altLang="en-US" sz="1000">
                <a:solidFill>
                  <a:schemeClr val="bg1"/>
                </a:solidFill>
              </a:rPr>
              <a:t>Improve customer satisfaction</a:t>
            </a:r>
          </a:p>
          <a:p>
            <a:pPr marL="228600" indent="-228600" algn="l">
              <a:buAutoNum type="arabicPeriod"/>
            </a:pPr>
            <a:endParaRPr lang="en-US" altLang="en-US" sz="1000">
              <a:solidFill>
                <a:schemeClr val="bg1"/>
              </a:solidFill>
            </a:endParaRPr>
          </a:p>
          <a:p>
            <a:pPr marL="228600" indent="-228600" algn="l">
              <a:buAutoNum type="arabicPeriod"/>
            </a:pPr>
            <a:r>
              <a:rPr lang="en-US" altLang="en-US" sz="1000">
                <a:solidFill>
                  <a:schemeClr val="bg1"/>
                </a:solidFill>
              </a:rPr>
              <a:t>Increase long-term revenue</a:t>
            </a:r>
          </a:p>
          <a:p>
            <a:pPr marL="228600" indent="-228600" algn="l">
              <a:buAutoNum type="arabicPeriod"/>
            </a:pPr>
            <a:endParaRPr lang="en-US" altLang="en-US" sz="1200" b="1">
              <a:solidFill>
                <a:schemeClr val="bg1"/>
              </a:solidFill>
            </a:endParaRPr>
          </a:p>
          <a:p>
            <a:r>
              <a:rPr lang="en-US" altLang="en-US" sz="1200" b="1">
                <a:solidFill>
                  <a:schemeClr val="bg1"/>
                </a:solidFill>
              </a:rPr>
              <a:t>Churn Dashboard</a:t>
            </a:r>
          </a:p>
          <a:p>
            <a:endParaRPr lang="en-US" altLang="en-US" sz="1000">
              <a:solidFill>
                <a:schemeClr val="bg1"/>
              </a:solidFill>
            </a:endParaRPr>
          </a:p>
          <a:p>
            <a:r>
              <a:rPr lang="en-US" altLang="en-US" sz="1000">
                <a:solidFill>
                  <a:schemeClr val="bg1"/>
                </a:solidFill>
              </a:rPr>
              <a:t>Create charts using:</a:t>
            </a:r>
          </a:p>
          <a:p>
            <a:endParaRPr lang="en-US" altLang="en-US" sz="100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bg1"/>
                </a:solidFill>
              </a:rPr>
              <a:t>Microsoft Excel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sz="100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bg1"/>
                </a:solidFill>
              </a:rPr>
              <a:t>Microsoft Power BI</a:t>
            </a:r>
          </a:p>
          <a:p>
            <a:endParaRPr lang="en-US" altLang="en-US" sz="1000">
              <a:solidFill>
                <a:schemeClr val="bg1"/>
              </a:solidFill>
            </a:endParaRPr>
          </a:p>
          <a:p>
            <a:r>
              <a:rPr lang="en-US" altLang="en-US" sz="1000">
                <a:solidFill>
                  <a:schemeClr val="bg1"/>
                </a:solidFill>
              </a:rPr>
              <a:t>Charts to include: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sz="100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bg1"/>
                </a:solidFill>
              </a:rPr>
              <a:t>Churn risk distribution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sz="100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bg1"/>
                </a:solidFill>
              </a:rPr>
              <a:t>Customer activity trend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sz="100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bg1"/>
                </a:solidFill>
              </a:rPr>
              <a:t>Complaint frequency analysis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440;p74"/>
          <p:cNvSpPr txBox="1"/>
          <p:nvPr/>
        </p:nvSpPr>
        <p:spPr>
          <a:xfrm>
            <a:off x="2409473" y="1492069"/>
            <a:ext cx="4325053" cy="215936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US" sz="6000" b="1" dirty="0">
                <a:solidFill>
                  <a:schemeClr val="accent1"/>
                </a:solidFill>
                <a:latin typeface="Arial Black" panose="020B0A04020102020204" pitchFamily="34" charset="0"/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Computer Science &amp; Mathematics Major For College: Computer Science &amp; Programming by Slidesgo">
  <a:themeElements>
    <a:clrScheme name="Simple Light">
      <a:dk1>
        <a:srgbClr val="000304"/>
      </a:dk1>
      <a:lt1>
        <a:srgbClr val="FFFFFF"/>
      </a:lt1>
      <a:dk2>
        <a:srgbClr val="00A4FF"/>
      </a:dk2>
      <a:lt2>
        <a:srgbClr val="E63B00"/>
      </a:lt2>
      <a:accent1>
        <a:srgbClr val="00E9FF"/>
      </a:accent1>
      <a:accent2>
        <a:srgbClr val="FFFFFF"/>
      </a:accent2>
      <a:accent3>
        <a:srgbClr val="91A7A8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694</Words>
  <Application>Microsoft Office PowerPoint</Application>
  <PresentationFormat>On-screen Show (16:9)</PresentationFormat>
  <Paragraphs>229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Play</vt:lpstr>
      <vt:lpstr>Source Sans Pro</vt:lpstr>
      <vt:lpstr>Computer Science &amp; Mathematics Major For College: Computer Science &amp; Programming by Slidesgo</vt:lpstr>
      <vt:lpstr>RETAIL CUSTOMER BEHAVIOR &amp; RFM ANALYSIS  Business Insights &amp; Action Plan</vt:lpstr>
      <vt:lpstr>Business Problem</vt:lpstr>
      <vt:lpstr>Project Objective  </vt:lpstr>
      <vt:lpstr>PowerPoint Presentation</vt:lpstr>
      <vt:lpstr>PowerPoint Presentation</vt:lpstr>
      <vt:lpstr>PowerPoint Presentation</vt:lpstr>
      <vt:lpstr>Customer Risk Segmentation</vt:lpstr>
      <vt:lpstr>High-Risk Customer List</vt:lpstr>
      <vt:lpstr>Business Recommendations</vt:lpstr>
      <vt:lpstr>key insights</vt:lpstr>
      <vt:lpstr>full pipeline test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MR.ROSHAN KUMAR NAYAK</cp:lastModifiedBy>
  <cp:revision>1</cp:revision>
  <dcterms:modified xsi:type="dcterms:W3CDTF">2026-03-09T14:38:31Z</dcterms:modified>
</cp:coreProperties>
</file>