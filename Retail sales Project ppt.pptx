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5310">
          <p15:clr>
            <a:srgbClr val="A4A3A4"/>
          </p15:clr>
        </p15:guide>
        <p15:guide id="2" orient="horz" pos="16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434" y="102"/>
      </p:cViewPr>
      <p:guideLst>
        <p:guide pos="5310"/>
        <p:guide orient="horz" pos="16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g10b651380e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6" name="Google Shape;2636;g10b651380e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g10b651380e3_0_2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7" name="Google Shape;2707;g10b651380e3_0_2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82800" y="1285125"/>
            <a:ext cx="6578400" cy="22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11600" y="3865700"/>
            <a:ext cx="47208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40848" y="2185426"/>
            <a:ext cx="4088811" cy="4088811"/>
            <a:chOff x="-3640848" y="2185426"/>
            <a:chExt cx="4088811" cy="4088811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-3640848" y="21854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2722250" y="-1079764"/>
            <a:ext cx="3769563" cy="11358057"/>
            <a:chOff x="-2722250" y="-1079764"/>
            <a:chExt cx="3769563" cy="11358057"/>
          </a:xfrm>
        </p:grpSpPr>
        <p:sp>
          <p:nvSpPr>
            <p:cNvPr id="15" name="Google Shape;15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>
            <a:off x="746900" y="-550225"/>
            <a:ext cx="1982975" cy="2013575"/>
            <a:chOff x="746900" y="-550225"/>
            <a:chExt cx="1982975" cy="2013575"/>
          </a:xfrm>
        </p:grpSpPr>
        <p:sp>
          <p:nvSpPr>
            <p:cNvPr id="30" name="Google Shape;30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31" name="Google Shape;31;p2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  <p:grpSp>
        <p:nvGrpSpPr>
          <p:cNvPr id="34" name="Google Shape;34;p2"/>
          <p:cNvGrpSpPr/>
          <p:nvPr/>
        </p:nvGrpSpPr>
        <p:grpSpPr>
          <a:xfrm>
            <a:off x="8129425" y="2555026"/>
            <a:ext cx="4222888" cy="4088811"/>
            <a:chOff x="8129425" y="2555026"/>
            <a:chExt cx="4222888" cy="4088811"/>
          </a:xfrm>
        </p:grpSpPr>
        <p:sp>
          <p:nvSpPr>
            <p:cNvPr id="35" name="Google Shape;35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8430775" y="-2181926"/>
            <a:ext cx="2504551" cy="4575301"/>
            <a:chOff x="8430775" y="-2181926"/>
            <a:chExt cx="2504551" cy="4575301"/>
          </a:xfrm>
        </p:grpSpPr>
        <p:sp>
          <p:nvSpPr>
            <p:cNvPr id="44" name="Google Shape;44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rot="10800000" flipH="1">
            <a:off x="4980106" y="-10605742"/>
            <a:ext cx="3769563" cy="11358057"/>
            <a:chOff x="-2722250" y="-1079764"/>
            <a:chExt cx="3769563" cy="11358057"/>
          </a:xfrm>
        </p:grpSpPr>
        <p:sp>
          <p:nvSpPr>
            <p:cNvPr id="49" name="Google Shape;49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2206800" y="2374150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3137400" y="3519025"/>
            <a:ext cx="28692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2206800" y="1223888"/>
            <a:ext cx="4730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/>
          <p:nvPr/>
        </p:nvSpPr>
        <p:spPr>
          <a:xfrm rot="-2716073">
            <a:off x="207070" y="4107647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 rot="-8083939" flipH="1">
            <a:off x="12612" y="120992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92764" y="383151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rot="-5400000">
            <a:off x="1128212" y="342898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 rot="-5400000">
            <a:off x="1128212" y="4031264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 rot="-5400000">
            <a:off x="1128212" y="3830506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 rot="-5400000">
            <a:off x="1128212" y="362974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" name="Google Shape;76;p3"/>
          <p:cNvGrpSpPr/>
          <p:nvPr/>
        </p:nvGrpSpPr>
        <p:grpSpPr>
          <a:xfrm>
            <a:off x="-1624871" y="-4592"/>
            <a:ext cx="5178842" cy="5178453"/>
            <a:chOff x="-1624871" y="-4592"/>
            <a:chExt cx="5178842" cy="5178453"/>
          </a:xfrm>
        </p:grpSpPr>
        <p:sp>
          <p:nvSpPr>
            <p:cNvPr id="77" name="Google Shape;77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 rot="-2716073">
              <a:off x="-851697" y="73898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3"/>
          <p:cNvSpPr/>
          <p:nvPr/>
        </p:nvSpPr>
        <p:spPr>
          <a:xfrm rot="-2716073">
            <a:off x="207058" y="4107647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 rot="-8083939" flipH="1">
            <a:off x="12612" y="120992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3"/>
          <p:cNvGrpSpPr/>
          <p:nvPr/>
        </p:nvGrpSpPr>
        <p:grpSpPr>
          <a:xfrm>
            <a:off x="-1064015" y="2306598"/>
            <a:ext cx="3021722" cy="3146276"/>
            <a:chOff x="-1064015" y="2306598"/>
            <a:chExt cx="3021722" cy="3146276"/>
          </a:xfrm>
        </p:grpSpPr>
        <p:sp>
          <p:nvSpPr>
            <p:cNvPr id="82" name="Google Shape;82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 rot="-2716073">
              <a:off x="-731526" y="298121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18938" y="2306598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3"/>
          <p:cNvSpPr/>
          <p:nvPr/>
        </p:nvSpPr>
        <p:spPr>
          <a:xfrm>
            <a:off x="662964" y="106918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62076" y="-271875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" name="Google Shape;88;p3"/>
          <p:cNvGrpSpPr/>
          <p:nvPr/>
        </p:nvGrpSpPr>
        <p:grpSpPr>
          <a:xfrm>
            <a:off x="758062" y="2741287"/>
            <a:ext cx="1247068" cy="1340554"/>
            <a:chOff x="758062" y="2741287"/>
            <a:chExt cx="1247068" cy="1340554"/>
          </a:xfrm>
        </p:grpSpPr>
        <p:sp>
          <p:nvSpPr>
            <p:cNvPr id="89" name="Google Shape;89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-2716073">
              <a:off x="940672" y="3017411"/>
              <a:ext cx="881848" cy="881792"/>
            </a:xfrm>
            <a:custGeom>
              <a:avLst/>
              <a:gdLst/>
              <a:ahLst/>
              <a:cxnLst/>
              <a:rect l="l" t="t" r="r" b="b"/>
              <a:pathLst>
                <a:path w="15866" h="15865" fill="none" extrusionOk="0">
                  <a:moveTo>
                    <a:pt x="0" y="15865"/>
                  </a:moveTo>
                  <a:lnTo>
                    <a:pt x="15865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324501" y="2741287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3"/>
          <p:cNvSpPr/>
          <p:nvPr/>
        </p:nvSpPr>
        <p:spPr>
          <a:xfrm>
            <a:off x="592751" y="383151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rot="-5400000">
            <a:off x="1128212" y="342898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 rot="-5400000">
            <a:off x="1128212" y="4031264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 rot="-5400000">
            <a:off x="1128212" y="3830506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rot="-5400000">
            <a:off x="1128212" y="362974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rot="8083927">
            <a:off x="7321480" y="1263046"/>
            <a:ext cx="881848" cy="881792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rot="8083927">
            <a:off x="8055138" y="172755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rot="2716061" flipH="1">
            <a:off x="8054209" y="4352995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rot="10800000">
            <a:off x="8440836" y="122033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 rot="5400000">
            <a:off x="7898265" y="161573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rot="5400000">
            <a:off x="7898265" y="1013462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 rot="5400000">
            <a:off x="7898265" y="1214220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 rot="5400000">
            <a:off x="7898265" y="141497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3"/>
          <p:cNvGrpSpPr/>
          <p:nvPr/>
        </p:nvGrpSpPr>
        <p:grpSpPr>
          <a:xfrm>
            <a:off x="5590029" y="-11612"/>
            <a:ext cx="5178842" cy="5178453"/>
            <a:chOff x="5590029" y="-11612"/>
            <a:chExt cx="5178842" cy="5178453"/>
          </a:xfrm>
        </p:grpSpPr>
        <p:sp>
          <p:nvSpPr>
            <p:cNvPr id="110" name="Google Shape;110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 rot="8083927">
              <a:off x="6363203" y="731965"/>
              <a:ext cx="3632494" cy="3691299"/>
            </a:xfrm>
            <a:custGeom>
              <a:avLst/>
              <a:gdLst/>
              <a:ahLst/>
              <a:cxnLst/>
              <a:rect l="l" t="t" r="r" b="b"/>
              <a:pathLst>
                <a:path w="65355" h="66413" fill="none" extrusionOk="0">
                  <a:moveTo>
                    <a:pt x="1" y="66412"/>
                  </a:moveTo>
                  <a:lnTo>
                    <a:pt x="37290" y="29123"/>
                  </a:lnTo>
                  <a:lnTo>
                    <a:pt x="45844" y="29123"/>
                  </a:lnTo>
                  <a:lnTo>
                    <a:pt x="58939" y="16048"/>
                  </a:lnTo>
                  <a:lnTo>
                    <a:pt x="58939" y="6436"/>
                  </a:lnTo>
                  <a:lnTo>
                    <a:pt x="6535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/>
          <p:nvPr/>
        </p:nvSpPr>
        <p:spPr>
          <a:xfrm rot="8083927">
            <a:off x="7321480" y="1263046"/>
            <a:ext cx="881848" cy="881792"/>
          </a:xfrm>
          <a:custGeom>
            <a:avLst/>
            <a:gdLst/>
            <a:ahLst/>
            <a:cxnLst/>
            <a:rect l="l" t="t" r="r" b="b"/>
            <a:pathLst>
              <a:path w="15866" h="15865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rot="8083927">
            <a:off x="8055150" y="172755"/>
            <a:ext cx="881792" cy="881848"/>
          </a:xfrm>
          <a:custGeom>
            <a:avLst/>
            <a:gdLst/>
            <a:ahLst/>
            <a:cxnLst/>
            <a:rect l="l" t="t" r="r" b="b"/>
            <a:pathLst>
              <a:path w="15865" h="15866" fill="none" extrusionOk="0">
                <a:moveTo>
                  <a:pt x="0" y="15865"/>
                </a:moveTo>
                <a:lnTo>
                  <a:pt x="15865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 rot="2716061" flipH="1">
            <a:off x="8054209" y="4352995"/>
            <a:ext cx="1077180" cy="688261"/>
          </a:xfrm>
          <a:custGeom>
            <a:avLst/>
            <a:gdLst/>
            <a:ahLst/>
            <a:cxnLst/>
            <a:rect l="l" t="t" r="r" b="b"/>
            <a:pathLst>
              <a:path w="17149" h="10957" fill="none" extrusionOk="0">
                <a:moveTo>
                  <a:pt x="0" y="10957"/>
                </a:moveTo>
                <a:lnTo>
                  <a:pt x="10957" y="0"/>
                </a:lnTo>
                <a:lnTo>
                  <a:pt x="17148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0365"/>
            <a:headEnd type="none" w="sm" len="sm"/>
            <a:tailEnd type="none" w="sm" len="sm"/>
          </a:ln>
          <a:effectLst>
            <a:outerShdw blurRad="128588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3"/>
          <p:cNvGrpSpPr/>
          <p:nvPr/>
        </p:nvGrpSpPr>
        <p:grpSpPr>
          <a:xfrm>
            <a:off x="7186293" y="-290625"/>
            <a:ext cx="3021722" cy="3146276"/>
            <a:chOff x="7186293" y="-290625"/>
            <a:chExt cx="3021722" cy="3146276"/>
          </a:xfrm>
        </p:grpSpPr>
        <p:sp>
          <p:nvSpPr>
            <p:cNvPr id="116" name="Google Shape;116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 rot="8083927">
              <a:off x="7518781" y="262329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 rot="10800000">
              <a:off x="8474463" y="2705051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3"/>
          <p:cNvSpPr/>
          <p:nvPr/>
        </p:nvSpPr>
        <p:spPr>
          <a:xfrm rot="10800000">
            <a:off x="8370636" y="3982661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 rot="10800000">
            <a:off x="8671524" y="5323724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 rot="10800000">
            <a:off x="7709099" y="2310562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/>
          <p:nvPr/>
        </p:nvSpPr>
        <p:spPr>
          <a:xfrm rot="10800000">
            <a:off x="8440849" y="1220338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"/>
          <p:cNvSpPr/>
          <p:nvPr/>
        </p:nvSpPr>
        <p:spPr>
          <a:xfrm rot="5400000">
            <a:off x="7898265" y="1615737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"/>
          <p:cNvSpPr/>
          <p:nvPr/>
        </p:nvSpPr>
        <p:spPr>
          <a:xfrm rot="5400000">
            <a:off x="7898265" y="1013462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"/>
          <p:cNvSpPr/>
          <p:nvPr/>
        </p:nvSpPr>
        <p:spPr>
          <a:xfrm rot="5400000">
            <a:off x="7898265" y="1214220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/>
          <p:nvPr/>
        </p:nvSpPr>
        <p:spPr>
          <a:xfrm rot="5400000">
            <a:off x="7898265" y="1414979"/>
            <a:ext cx="117523" cy="117523"/>
          </a:xfrm>
          <a:custGeom>
            <a:avLst/>
            <a:gdLst/>
            <a:ahLst/>
            <a:cxnLst/>
            <a:rect l="l" t="t" r="r" b="b"/>
            <a:pathLst>
              <a:path w="1630" h="1630" extrusionOk="0">
                <a:moveTo>
                  <a:pt x="1" y="0"/>
                </a:moveTo>
                <a:lnTo>
                  <a:pt x="1" y="1629"/>
                </a:lnTo>
                <a:lnTo>
                  <a:pt x="1630" y="1629"/>
                </a:lnTo>
                <a:lnTo>
                  <a:pt x="16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57200" dist="19050" algn="bl" rotWithShape="0">
              <a:schemeClr val="accent1">
                <a:alpha val="7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365" name="Google Shape;365;p6"/>
          <p:cNvGrpSpPr/>
          <p:nvPr/>
        </p:nvGrpSpPr>
        <p:grpSpPr>
          <a:xfrm>
            <a:off x="8681163" y="-2011948"/>
            <a:ext cx="3721951" cy="12135923"/>
            <a:chOff x="-3170262" y="3452177"/>
            <a:chExt cx="3721951" cy="12135923"/>
          </a:xfrm>
        </p:grpSpPr>
        <p:sp>
          <p:nvSpPr>
            <p:cNvPr id="366" name="Google Shape;366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6"/>
          <p:cNvGrpSpPr/>
          <p:nvPr/>
        </p:nvGrpSpPr>
        <p:grpSpPr>
          <a:xfrm>
            <a:off x="-3325500" y="-70089"/>
            <a:ext cx="3769563" cy="11358057"/>
            <a:chOff x="-2722250" y="-1079764"/>
            <a:chExt cx="3769563" cy="11358057"/>
          </a:xfrm>
        </p:grpSpPr>
        <p:sp>
          <p:nvSpPr>
            <p:cNvPr id="421" name="Google Shape;421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6"/>
          <p:cNvGrpSpPr/>
          <p:nvPr/>
        </p:nvGrpSpPr>
        <p:grpSpPr>
          <a:xfrm rot="10800000">
            <a:off x="614519" y="-1255848"/>
            <a:ext cx="1982975" cy="2013575"/>
            <a:chOff x="746900" y="-550225"/>
            <a:chExt cx="1982975" cy="2013575"/>
          </a:xfrm>
        </p:grpSpPr>
        <p:sp>
          <p:nvSpPr>
            <p:cNvPr id="436" name="Google Shape;436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dist="19050" algn="bl" rotWithShape="0">
                <a:schemeClr val="accent1"/>
              </a:outerShdw>
            </a:effectLst>
          </p:spPr>
        </p:sp>
        <p:sp>
          <p:nvSpPr>
            <p:cNvPr id="437" name="Google Shape;437;p6"/>
            <p:cNvSpPr/>
            <p:nvPr/>
          </p:nvSpPr>
          <p:spPr>
            <a:xfrm>
              <a:off x="746900" y="131275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2579275" y="-55022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857425" y="-430200"/>
              <a:ext cx="1746850" cy="1775450"/>
            </a:xfrm>
            <a:custGeom>
              <a:avLst/>
              <a:gdLst/>
              <a:ahLst/>
              <a:cxnLst/>
              <a:rect l="l" t="t" r="r" b="b"/>
              <a:pathLst>
                <a:path w="69874" h="71018" extrusionOk="0">
                  <a:moveTo>
                    <a:pt x="0" y="71018"/>
                  </a:moveTo>
                  <a:lnTo>
                    <a:pt x="23258" y="47640"/>
                  </a:lnTo>
                  <a:lnTo>
                    <a:pt x="21067" y="32258"/>
                  </a:lnTo>
                  <a:lnTo>
                    <a:pt x="36760" y="15827"/>
                  </a:lnTo>
                  <a:lnTo>
                    <a:pt x="53571" y="15803"/>
                  </a:lnTo>
                  <a:lnTo>
                    <a:pt x="6987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7"/>
          <p:cNvGrpSpPr/>
          <p:nvPr/>
        </p:nvGrpSpPr>
        <p:grpSpPr>
          <a:xfrm rot="5400000">
            <a:off x="2682300" y="624611"/>
            <a:ext cx="3769563" cy="11358057"/>
            <a:chOff x="-2722250" y="-1079764"/>
            <a:chExt cx="3769563" cy="11358057"/>
          </a:xfrm>
        </p:grpSpPr>
        <p:sp>
          <p:nvSpPr>
            <p:cNvPr id="442" name="Google Shape;442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7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7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8129425" y="-110899"/>
            <a:ext cx="4222888" cy="4088811"/>
            <a:chOff x="8129425" y="2555026"/>
            <a:chExt cx="4222888" cy="4088811"/>
          </a:xfrm>
        </p:grpSpPr>
        <p:sp>
          <p:nvSpPr>
            <p:cNvPr id="457" name="Google Shape;457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7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7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7"/>
          <p:cNvGrpSpPr/>
          <p:nvPr/>
        </p:nvGrpSpPr>
        <p:grpSpPr>
          <a:xfrm>
            <a:off x="-2635762" y="-5215852"/>
            <a:ext cx="3769563" cy="11358057"/>
            <a:chOff x="-2635762" y="-5215852"/>
            <a:chExt cx="3769563" cy="11358057"/>
          </a:xfrm>
        </p:grpSpPr>
        <p:sp>
          <p:nvSpPr>
            <p:cNvPr id="466" name="Google Shape;466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7"/>
            <p:cNvSpPr/>
            <p:nvPr/>
          </p:nvSpPr>
          <p:spPr>
            <a:xfrm rot="5400000">
              <a:off x="-6386165" y="-1378056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 rot="5400000">
              <a:off x="-2635762" y="130959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 rot="5400000">
              <a:off x="-3778267" y="-894847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 rot="5400000">
              <a:off x="-278550" y="-342936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 rot="5400000">
              <a:off x="865641" y="3403635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7"/>
            <p:cNvSpPr/>
            <p:nvPr/>
          </p:nvSpPr>
          <p:spPr>
            <a:xfrm rot="5400000">
              <a:off x="-524774" y="5874058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7"/>
            <p:cNvSpPr/>
            <p:nvPr/>
          </p:nvSpPr>
          <p:spPr>
            <a:xfrm rot="5400000">
              <a:off x="-1442898" y="5623877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 rot="5400000">
              <a:off x="444111" y="1719457"/>
              <a:ext cx="415976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7"/>
          <p:cNvSpPr txBox="1">
            <a:spLocks noGrp="1"/>
          </p:cNvSpPr>
          <p:nvPr>
            <p:ph type="title"/>
          </p:nvPr>
        </p:nvSpPr>
        <p:spPr>
          <a:xfrm>
            <a:off x="1690050" y="438850"/>
            <a:ext cx="5763900" cy="11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7"/>
          <p:cNvSpPr txBox="1">
            <a:spLocks noGrp="1"/>
          </p:cNvSpPr>
          <p:nvPr>
            <p:ph type="body" idx="1"/>
          </p:nvPr>
        </p:nvSpPr>
        <p:spPr>
          <a:xfrm>
            <a:off x="2541150" y="2050375"/>
            <a:ext cx="40617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344500" y="137886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549400" y="2544981"/>
            <a:ext cx="4045200" cy="12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537" name="Google Shape;537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538" name="Google Shape;538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39" name="Google Shape;539;p9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540" name="Google Shape;540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548;p9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549" name="Google Shape;549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9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564" name="Google Shape;564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2" name="Google Shape;572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9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574" name="Google Shape;574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9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583" name="Google Shape;583;p9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4" name="Google Shape;584;p9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585" name="Google Shape;585;p9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586" name="Google Shape;586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7" name="Google Shape;587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89" name="Google Shape;589;p9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590;p9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591" name="Google Shape;591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2" name="Google Shape;592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594" name="Google Shape;594;p9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3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"/>
          </p:nvPr>
        </p:nvSpPr>
        <p:spPr>
          <a:xfrm>
            <a:off x="1975600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2"/>
          </p:nvPr>
        </p:nvSpPr>
        <p:spPr>
          <a:xfrm>
            <a:off x="1975600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title" idx="3" hasCustomPrompt="1"/>
          </p:nvPr>
        </p:nvSpPr>
        <p:spPr>
          <a:xfrm>
            <a:off x="1049261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4" hasCustomPrompt="1"/>
          </p:nvPr>
        </p:nvSpPr>
        <p:spPr>
          <a:xfrm>
            <a:off x="4904736" y="3192050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5" hasCustomPrompt="1"/>
          </p:nvPr>
        </p:nvSpPr>
        <p:spPr>
          <a:xfrm>
            <a:off x="1049261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6" hasCustomPrompt="1"/>
          </p:nvPr>
        </p:nvSpPr>
        <p:spPr>
          <a:xfrm>
            <a:off x="4904736" y="1861738"/>
            <a:ext cx="804000" cy="55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subTitle" idx="7"/>
          </p:nvPr>
        </p:nvSpPr>
        <p:spPr>
          <a:xfrm>
            <a:off x="1975600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13"/>
          <p:cNvSpPr txBox="1">
            <a:spLocks noGrp="1"/>
          </p:cNvSpPr>
          <p:nvPr>
            <p:ph type="subTitle" idx="8"/>
          </p:nvPr>
        </p:nvSpPr>
        <p:spPr>
          <a:xfrm>
            <a:off x="1975600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13" name="Google Shape;713;p13"/>
          <p:cNvSpPr txBox="1">
            <a:spLocks noGrp="1"/>
          </p:cNvSpPr>
          <p:nvPr>
            <p:ph type="subTitle" idx="9"/>
          </p:nvPr>
        </p:nvSpPr>
        <p:spPr>
          <a:xfrm>
            <a:off x="5831075" y="34239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13"/>
          <p:cNvSpPr txBox="1">
            <a:spLocks noGrp="1"/>
          </p:cNvSpPr>
          <p:nvPr>
            <p:ph type="subTitle" idx="13"/>
          </p:nvPr>
        </p:nvSpPr>
        <p:spPr>
          <a:xfrm>
            <a:off x="5831075" y="30631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15" name="Google Shape;715;p13"/>
          <p:cNvSpPr txBox="1">
            <a:spLocks noGrp="1"/>
          </p:cNvSpPr>
          <p:nvPr>
            <p:ph type="subTitle" idx="14"/>
          </p:nvPr>
        </p:nvSpPr>
        <p:spPr>
          <a:xfrm>
            <a:off x="5831075" y="2093675"/>
            <a:ext cx="2409600" cy="467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3"/>
          <p:cNvSpPr txBox="1">
            <a:spLocks noGrp="1"/>
          </p:cNvSpPr>
          <p:nvPr>
            <p:ph type="subTitle" idx="15"/>
          </p:nvPr>
        </p:nvSpPr>
        <p:spPr>
          <a:xfrm>
            <a:off x="5831075" y="1732878"/>
            <a:ext cx="2409600" cy="30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grpSp>
        <p:nvGrpSpPr>
          <p:cNvPr id="717" name="Google Shape;717;p13"/>
          <p:cNvGrpSpPr/>
          <p:nvPr/>
        </p:nvGrpSpPr>
        <p:grpSpPr>
          <a:xfrm>
            <a:off x="-3130987" y="-4899154"/>
            <a:ext cx="3721951" cy="12135923"/>
            <a:chOff x="-3170262" y="3452177"/>
            <a:chExt cx="3721951" cy="12135923"/>
          </a:xfrm>
        </p:grpSpPr>
        <p:sp>
          <p:nvSpPr>
            <p:cNvPr id="718" name="Google Shape;718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3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3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3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3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3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3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3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3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3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3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3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3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3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3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3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3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13"/>
          <p:cNvGrpSpPr/>
          <p:nvPr/>
        </p:nvGrpSpPr>
        <p:grpSpPr>
          <a:xfrm flipH="1">
            <a:off x="6309193" y="4399246"/>
            <a:ext cx="3769563" cy="11358057"/>
            <a:chOff x="-2722250" y="-1079764"/>
            <a:chExt cx="3769563" cy="11358057"/>
          </a:xfrm>
        </p:grpSpPr>
        <p:sp>
          <p:nvSpPr>
            <p:cNvPr id="775" name="Google Shape;775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13"/>
          <p:cNvGrpSpPr/>
          <p:nvPr/>
        </p:nvGrpSpPr>
        <p:grpSpPr>
          <a:xfrm>
            <a:off x="8626375" y="-2137135"/>
            <a:ext cx="618526" cy="5831511"/>
            <a:chOff x="8626375" y="-2137135"/>
            <a:chExt cx="618526" cy="5831511"/>
          </a:xfrm>
        </p:grpSpPr>
        <p:sp>
          <p:nvSpPr>
            <p:cNvPr id="790" name="Google Shape;790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 rot="10800000" flipH="1">
              <a:off x="8754318" y="-2137135"/>
              <a:ext cx="490583" cy="5831511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 rot="-5400000">
              <a:off x="8403006" y="1365179"/>
              <a:ext cx="714890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13"/>
          <p:cNvGrpSpPr/>
          <p:nvPr/>
        </p:nvGrpSpPr>
        <p:grpSpPr>
          <a:xfrm>
            <a:off x="851178" y="3217515"/>
            <a:ext cx="3146276" cy="3021722"/>
            <a:chOff x="851178" y="3217515"/>
            <a:chExt cx="3146276" cy="3021722"/>
          </a:xfrm>
        </p:grpSpPr>
        <p:sp>
          <p:nvSpPr>
            <p:cNvPr id="795" name="Google Shape;795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5"/>
          <p:cNvSpPr txBox="1">
            <a:spLocks noGrp="1"/>
          </p:cNvSpPr>
          <p:nvPr>
            <p:ph type="title"/>
          </p:nvPr>
        </p:nvSpPr>
        <p:spPr>
          <a:xfrm>
            <a:off x="3039400" y="1812550"/>
            <a:ext cx="4730400" cy="6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23" name="Google Shape;923;p15"/>
          <p:cNvSpPr txBox="1">
            <a:spLocks noGrp="1"/>
          </p:cNvSpPr>
          <p:nvPr>
            <p:ph type="subTitle" idx="1"/>
          </p:nvPr>
        </p:nvSpPr>
        <p:spPr>
          <a:xfrm>
            <a:off x="3039400" y="2854350"/>
            <a:ext cx="4133400" cy="4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4" name="Google Shape;924;p15"/>
          <p:cNvSpPr txBox="1">
            <a:spLocks noGrp="1"/>
          </p:cNvSpPr>
          <p:nvPr>
            <p:ph type="title" idx="2" hasCustomPrompt="1"/>
          </p:nvPr>
        </p:nvSpPr>
        <p:spPr>
          <a:xfrm>
            <a:off x="1624100" y="2159377"/>
            <a:ext cx="1076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925" name="Google Shape;925;p15"/>
          <p:cNvGrpSpPr/>
          <p:nvPr/>
        </p:nvGrpSpPr>
        <p:grpSpPr>
          <a:xfrm rot="5400000" flipH="1">
            <a:off x="3245125" y="-6666529"/>
            <a:ext cx="3721951" cy="12135923"/>
            <a:chOff x="-3170262" y="3452177"/>
            <a:chExt cx="3721951" cy="12135923"/>
          </a:xfrm>
        </p:grpSpPr>
        <p:sp>
          <p:nvSpPr>
            <p:cNvPr id="926" name="Google Shape;926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5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5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5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5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5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5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5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5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5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5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5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5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5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2" name="Google Shape;982;p15"/>
          <p:cNvGrpSpPr/>
          <p:nvPr/>
        </p:nvGrpSpPr>
        <p:grpSpPr>
          <a:xfrm>
            <a:off x="-2507408" y="4010131"/>
            <a:ext cx="13681471" cy="3721951"/>
            <a:chOff x="-2507408" y="4010131"/>
            <a:chExt cx="13681471" cy="3721951"/>
          </a:xfrm>
        </p:grpSpPr>
        <p:sp>
          <p:nvSpPr>
            <p:cNvPr id="983" name="Google Shape;983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 rot="-5400000">
              <a:off x="6394794" y="37056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 rot="10800000" flipH="1">
              <a:off x="5481164" y="74639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 rot="-5400000">
              <a:off x="5294072" y="18429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 rot="-5400000">
              <a:off x="6009117" y="65278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 rot="-5400000">
              <a:off x="7837772" y="73498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 rot="-5400000">
              <a:off x="1414655" y="48615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5"/>
            <p:cNvSpPr/>
            <p:nvPr/>
          </p:nvSpPr>
          <p:spPr>
            <a:xfrm rot="-5400000">
              <a:off x="463325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5"/>
            <p:cNvSpPr/>
            <p:nvPr/>
          </p:nvSpPr>
          <p:spPr>
            <a:xfrm rot="-5400000">
              <a:off x="484493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5"/>
            <p:cNvSpPr/>
            <p:nvPr/>
          </p:nvSpPr>
          <p:spPr>
            <a:xfrm rot="-5400000">
              <a:off x="5058986" y="40748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5"/>
            <p:cNvSpPr/>
            <p:nvPr/>
          </p:nvSpPr>
          <p:spPr>
            <a:xfrm rot="-5400000">
              <a:off x="5270612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5"/>
            <p:cNvSpPr/>
            <p:nvPr/>
          </p:nvSpPr>
          <p:spPr>
            <a:xfrm rot="-5400000">
              <a:off x="5482295" y="40747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5"/>
            <p:cNvSpPr/>
            <p:nvPr/>
          </p:nvSpPr>
          <p:spPr>
            <a:xfrm rot="-5400000">
              <a:off x="526836" y="63514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 rot="10800000" flipH="1">
              <a:off x="8072788" y="40101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 rot="10800000" flipH="1">
              <a:off x="7051306" y="40112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 rot="10800000" flipH="1">
              <a:off x="11056539" y="49969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 rot="10800000" flipH="1">
              <a:off x="11056539" y="42864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 rot="10800000" flipH="1">
              <a:off x="11056539" y="45232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 rot="10800000" flipH="1">
              <a:off x="11056539" y="47600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 rot="10800000" flipH="1">
              <a:off x="2956571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 rot="10800000" flipH="1">
              <a:off x="1770967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 rot="10800000" flipH="1">
              <a:off x="200808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 rot="10800000" flipH="1">
              <a:off x="2245208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 rot="10800000" flipH="1">
              <a:off x="2482329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 rot="10800000" flipH="1">
              <a:off x="2719450" y="40865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15"/>
            <p:cNvGrpSpPr/>
            <p:nvPr/>
          </p:nvGrpSpPr>
          <p:grpSpPr>
            <a:xfrm>
              <a:off x="-2507408" y="4560924"/>
              <a:ext cx="6876983" cy="300288"/>
              <a:chOff x="-2507408" y="4560924"/>
              <a:chExt cx="6876983" cy="300288"/>
            </a:xfrm>
          </p:grpSpPr>
          <p:sp>
            <p:nvSpPr>
              <p:cNvPr id="1030" name="Google Shape;1030;p15"/>
              <p:cNvSpPr/>
              <p:nvPr/>
            </p:nvSpPr>
            <p:spPr>
              <a:xfrm rot="-5400000">
                <a:off x="846319" y="1337956"/>
                <a:ext cx="169528" cy="6876983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59550" fill="none" extrusionOk="0">
                    <a:moveTo>
                      <a:pt x="1467" y="59549"/>
                    </a:moveTo>
                    <a:lnTo>
                      <a:pt x="1467" y="12749"/>
                    </a:lnTo>
                    <a:lnTo>
                      <a:pt x="1" y="11303"/>
                    </a:lnTo>
                    <a:lnTo>
                      <a:pt x="1" y="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128588" algn="bl" rotWithShape="0">
                  <a:schemeClr val="accent1"/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 rot="10800000" flipH="1">
                <a:off x="-44930" y="4560924"/>
                <a:ext cx="1315747" cy="268151"/>
              </a:xfrm>
              <a:custGeom>
                <a:avLst/>
                <a:gdLst/>
                <a:ahLst/>
                <a:cxnLst/>
                <a:rect l="l" t="t" r="r" b="b"/>
                <a:pathLst>
                  <a:path w="15520" h="1630" extrusionOk="0">
                    <a:moveTo>
                      <a:pt x="0" y="0"/>
                    </a:moveTo>
                    <a:lnTo>
                      <a:pt x="0" y="1629"/>
                    </a:lnTo>
                    <a:lnTo>
                      <a:pt x="15519" y="1629"/>
                    </a:lnTo>
                    <a:lnTo>
                      <a:pt x="155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457200" dist="19050" algn="bl" rotWithShape="0">
                  <a:schemeClr val="accent1">
                    <a:alpha val="7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21"/>
          <p:cNvSpPr txBox="1">
            <a:spLocks noGrp="1"/>
          </p:cNvSpPr>
          <p:nvPr>
            <p:ph type="title"/>
          </p:nvPr>
        </p:nvSpPr>
        <p:spPr>
          <a:xfrm>
            <a:off x="3909325" y="1332750"/>
            <a:ext cx="38646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291" name="Google Shape;1291;p21"/>
          <p:cNvGrpSpPr/>
          <p:nvPr/>
        </p:nvGrpSpPr>
        <p:grpSpPr>
          <a:xfrm rot="10800000">
            <a:off x="-201494" y="-10429092"/>
            <a:ext cx="3769563" cy="11358057"/>
            <a:chOff x="-2722250" y="-1079764"/>
            <a:chExt cx="3769563" cy="11358057"/>
          </a:xfrm>
        </p:grpSpPr>
        <p:sp>
          <p:nvSpPr>
            <p:cNvPr id="1292" name="Google Shape;1292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1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1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1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1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1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1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6" name="Google Shape;1306;p21"/>
          <p:cNvGrpSpPr/>
          <p:nvPr/>
        </p:nvGrpSpPr>
        <p:grpSpPr>
          <a:xfrm>
            <a:off x="-3416286" y="4188931"/>
            <a:ext cx="12077141" cy="3721951"/>
            <a:chOff x="-3343111" y="4188931"/>
            <a:chExt cx="12077141" cy="3721951"/>
          </a:xfrm>
        </p:grpSpPr>
        <p:sp>
          <p:nvSpPr>
            <p:cNvPr id="1307" name="Google Shape;1307;p21"/>
            <p:cNvSpPr/>
            <p:nvPr/>
          </p:nvSpPr>
          <p:spPr>
            <a:xfrm rot="5400000" flipH="1">
              <a:off x="-998155" y="20217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 rot="5400000" flipH="1">
              <a:off x="1821719" y="67066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 rot="5400000" flipH="1">
              <a:off x="-6937" y="75286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 rot="5400000" flipH="1">
              <a:off x="5990513" y="50403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 rot="5400000" flipH="1">
              <a:off x="295299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 rot="5400000" flipH="1">
              <a:off x="274130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 rot="5400000" flipH="1">
              <a:off x="2527258" y="42536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 rot="5400000" flipH="1">
              <a:off x="231563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 rot="5400000" flipH="1">
              <a:off x="210394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 rot="5400000" flipH="1">
              <a:off x="1266629" y="38844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 rot="5400000" flipH="1">
              <a:off x="7304000" y="65302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 rot="5400000" flipH="1">
              <a:off x="-998155" y="202174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 rot="5400000" flipH="1">
              <a:off x="1821719" y="6706690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 rot="5400000" flipH="1">
              <a:off x="-6937" y="7528637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 rot="5400000" flipH="1">
              <a:off x="5990513" y="5040393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 rot="5400000" flipH="1">
              <a:off x="295299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 rot="5400000" flipH="1">
              <a:off x="274130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 rot="5400000" flipH="1">
              <a:off x="2527258" y="4253609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 rot="5400000" flipH="1">
              <a:off x="2315632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 rot="5400000" flipH="1">
              <a:off x="2103949" y="4253552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 rot="5400000" flipH="1">
              <a:off x="1266629" y="388440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 rot="5400000" flipH="1">
              <a:off x="7304000" y="6530225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 rot="10800000">
              <a:off x="-2557576" y="4188931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 rot="10800000">
              <a:off x="71895" y="4190081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 rot="10800000">
              <a:off x="-3343111" y="5175731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 rot="10800000">
              <a:off x="-3343111" y="44652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 rot="10800000">
              <a:off x="-3343111" y="470206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 rot="10800000">
              <a:off x="-3343111" y="49388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 rot="10800000">
              <a:off x="1638195" y="7642731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 rot="10800000">
              <a:off x="475685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 rot="10800000">
              <a:off x="594246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 rot="10800000">
              <a:off x="5705341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 rot="10800000">
              <a:off x="5468220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 rot="10800000">
              <a:off x="5231099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 rot="10800000">
              <a:off x="4993978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1"/>
          <p:cNvGrpSpPr/>
          <p:nvPr/>
        </p:nvGrpSpPr>
        <p:grpSpPr>
          <a:xfrm>
            <a:off x="7445269" y="539498"/>
            <a:ext cx="1288768" cy="1888678"/>
            <a:chOff x="7504044" y="4265398"/>
            <a:chExt cx="1288768" cy="1888678"/>
          </a:xfrm>
        </p:grpSpPr>
        <p:sp>
          <p:nvSpPr>
            <p:cNvPr id="1356" name="Google Shape;1356;p21"/>
            <p:cNvSpPr/>
            <p:nvPr/>
          </p:nvSpPr>
          <p:spPr>
            <a:xfrm rot="5400000" flipH="1">
              <a:off x="7262783" y="4624048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 rot="5400000" flipH="1">
              <a:off x="7262783" y="4624048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 rot="10800000">
              <a:off x="7504044" y="426539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 rot="10800000">
              <a:off x="8675289" y="603655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 rot="10800000">
              <a:off x="8675289" y="5751730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4" name="Google Shape;1364;p21"/>
          <p:cNvGrpSpPr/>
          <p:nvPr/>
        </p:nvGrpSpPr>
        <p:grpSpPr>
          <a:xfrm flipH="1">
            <a:off x="12978" y="1767440"/>
            <a:ext cx="3146276" cy="3021722"/>
            <a:chOff x="851178" y="3217515"/>
            <a:chExt cx="3146276" cy="3021722"/>
          </a:xfrm>
        </p:grpSpPr>
        <p:sp>
          <p:nvSpPr>
            <p:cNvPr id="1365" name="Google Shape;1365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 rot="-8116073">
              <a:off x="1306773" y="3769020"/>
              <a:ext cx="2356744" cy="1918711"/>
            </a:xfrm>
            <a:custGeom>
              <a:avLst/>
              <a:gdLst/>
              <a:ahLst/>
              <a:cxnLst/>
              <a:rect l="l" t="t" r="r" b="b"/>
              <a:pathLst>
                <a:path w="42402" h="34521" fill="none" extrusionOk="0">
                  <a:moveTo>
                    <a:pt x="0" y="34520"/>
                  </a:moveTo>
                  <a:lnTo>
                    <a:pt x="24093" y="10428"/>
                  </a:lnTo>
                  <a:lnTo>
                    <a:pt x="31954" y="10428"/>
                  </a:lnTo>
                  <a:lnTo>
                    <a:pt x="424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1"/>
            <p:cNvSpPr/>
            <p:nvPr/>
          </p:nvSpPr>
          <p:spPr>
            <a:xfrm rot="5400000">
              <a:off x="851178" y="4503372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1"/>
          <p:cNvGrpSpPr/>
          <p:nvPr/>
        </p:nvGrpSpPr>
        <p:grpSpPr>
          <a:xfrm rot="-5400000">
            <a:off x="-160775" y="657561"/>
            <a:ext cx="1158175" cy="2819114"/>
            <a:chOff x="-444950" y="2746461"/>
            <a:chExt cx="1158175" cy="2819114"/>
          </a:xfrm>
        </p:grpSpPr>
        <p:sp>
          <p:nvSpPr>
            <p:cNvPr id="1370" name="Google Shape;1370;p21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371" name="Google Shape;1371;p21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1374" name="Google Shape;1374;p21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" name="Google Shape;1378;p21"/>
          <p:cNvGrpSpPr/>
          <p:nvPr/>
        </p:nvGrpSpPr>
        <p:grpSpPr>
          <a:xfrm>
            <a:off x="2596325" y="-2334801"/>
            <a:ext cx="2504551" cy="4575301"/>
            <a:chOff x="8430775" y="-2181926"/>
            <a:chExt cx="2504551" cy="4575301"/>
          </a:xfrm>
        </p:grpSpPr>
        <p:sp>
          <p:nvSpPr>
            <p:cNvPr id="1379" name="Google Shape;1379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1"/>
            <p:cNvSpPr/>
            <p:nvPr/>
          </p:nvSpPr>
          <p:spPr>
            <a:xfrm rot="10800000">
              <a:off x="8538272" y="-2181926"/>
              <a:ext cx="2397054" cy="4463204"/>
            </a:xfrm>
            <a:custGeom>
              <a:avLst/>
              <a:gdLst/>
              <a:ahLst/>
              <a:cxnLst/>
              <a:rect l="l" t="t" r="r" b="b"/>
              <a:pathLst>
                <a:path w="37473" h="69773" fill="none" extrusionOk="0">
                  <a:moveTo>
                    <a:pt x="0" y="69773"/>
                  </a:moveTo>
                  <a:lnTo>
                    <a:pt x="30223" y="39550"/>
                  </a:lnTo>
                  <a:lnTo>
                    <a:pt x="30223" y="7230"/>
                  </a:lnTo>
                  <a:lnTo>
                    <a:pt x="3747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8430775" y="2242775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3" name="Google Shape;1383;p21"/>
          <p:cNvSpPr txBox="1">
            <a:spLocks noGrp="1"/>
          </p:cNvSpPr>
          <p:nvPr>
            <p:ph type="subTitle" idx="1"/>
          </p:nvPr>
        </p:nvSpPr>
        <p:spPr>
          <a:xfrm>
            <a:off x="4157575" y="2323300"/>
            <a:ext cx="3368100" cy="117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_1">
    <p:spTree>
      <p:nvGrpSpPr>
        <p:cNvPr id="1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3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86" name="Google Shape;1986;p31"/>
          <p:cNvGrpSpPr/>
          <p:nvPr/>
        </p:nvGrpSpPr>
        <p:grpSpPr>
          <a:xfrm rot="10800000" flipH="1">
            <a:off x="8280700" y="-1086319"/>
            <a:ext cx="4222888" cy="4088811"/>
            <a:chOff x="8129425" y="2555026"/>
            <a:chExt cx="4222888" cy="4088811"/>
          </a:xfrm>
        </p:grpSpPr>
        <p:sp>
          <p:nvSpPr>
            <p:cNvPr id="1987" name="Google Shape;1987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5" name="Google Shape;1995;p31"/>
          <p:cNvGrpSpPr/>
          <p:nvPr/>
        </p:nvGrpSpPr>
        <p:grpSpPr>
          <a:xfrm>
            <a:off x="-3008737" y="-4892867"/>
            <a:ext cx="3721951" cy="12135923"/>
            <a:chOff x="-3170262" y="3452177"/>
            <a:chExt cx="3721951" cy="12135923"/>
          </a:xfrm>
        </p:grpSpPr>
        <p:sp>
          <p:nvSpPr>
            <p:cNvPr id="1996" name="Google Shape;1996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2" name="Google Shape;2052;p31"/>
          <p:cNvGrpSpPr/>
          <p:nvPr/>
        </p:nvGrpSpPr>
        <p:grpSpPr>
          <a:xfrm>
            <a:off x="3324825" y="4560924"/>
            <a:ext cx="6966899" cy="300288"/>
            <a:chOff x="3324825" y="4560924"/>
            <a:chExt cx="6966899" cy="300288"/>
          </a:xfrm>
        </p:grpSpPr>
        <p:sp>
          <p:nvSpPr>
            <p:cNvPr id="2053" name="Google Shape;2053;p31"/>
            <p:cNvSpPr/>
            <p:nvPr/>
          </p:nvSpPr>
          <p:spPr>
            <a:xfrm rot="5400000" flipH="1">
              <a:off x="6768469" y="1337956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 rot="10800000">
              <a:off x="6513499" y="4560924"/>
              <a:ext cx="1315747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3324825" y="4619700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7" name="Google Shape;2057;p31"/>
          <p:cNvSpPr txBox="1">
            <a:spLocks noGrp="1"/>
          </p:cNvSpPr>
          <p:nvPr>
            <p:ph type="subTitle" idx="1"/>
          </p:nvPr>
        </p:nvSpPr>
        <p:spPr>
          <a:xfrm>
            <a:off x="4677087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8" name="Google Shape;2058;p31"/>
          <p:cNvSpPr txBox="1">
            <a:spLocks noGrp="1"/>
          </p:cNvSpPr>
          <p:nvPr>
            <p:ph type="subTitle" idx="2"/>
          </p:nvPr>
        </p:nvSpPr>
        <p:spPr>
          <a:xfrm>
            <a:off x="4677087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59" name="Google Shape;2059;p31"/>
          <p:cNvSpPr txBox="1">
            <a:spLocks noGrp="1"/>
          </p:cNvSpPr>
          <p:nvPr>
            <p:ph type="subTitle" idx="3"/>
          </p:nvPr>
        </p:nvSpPr>
        <p:spPr>
          <a:xfrm>
            <a:off x="82752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0" name="Google Shape;2060;p31"/>
          <p:cNvSpPr txBox="1">
            <a:spLocks noGrp="1"/>
          </p:cNvSpPr>
          <p:nvPr>
            <p:ph type="subTitle" idx="4"/>
          </p:nvPr>
        </p:nvSpPr>
        <p:spPr>
          <a:xfrm>
            <a:off x="82752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61" name="Google Shape;2061;p31"/>
          <p:cNvSpPr txBox="1">
            <a:spLocks noGrp="1"/>
          </p:cNvSpPr>
          <p:nvPr>
            <p:ph type="subTitle" idx="5"/>
          </p:nvPr>
        </p:nvSpPr>
        <p:spPr>
          <a:xfrm>
            <a:off x="5960275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2" name="Google Shape;2062;p31"/>
          <p:cNvSpPr txBox="1">
            <a:spLocks noGrp="1"/>
          </p:cNvSpPr>
          <p:nvPr>
            <p:ph type="subTitle" idx="6"/>
          </p:nvPr>
        </p:nvSpPr>
        <p:spPr>
          <a:xfrm>
            <a:off x="5960275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63" name="Google Shape;2063;p31"/>
          <p:cNvSpPr txBox="1">
            <a:spLocks noGrp="1"/>
          </p:cNvSpPr>
          <p:nvPr>
            <p:ph type="subTitle" idx="7"/>
          </p:nvPr>
        </p:nvSpPr>
        <p:spPr>
          <a:xfrm>
            <a:off x="3393900" y="33049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4" name="Google Shape;2064;p31"/>
          <p:cNvSpPr txBox="1">
            <a:spLocks noGrp="1"/>
          </p:cNvSpPr>
          <p:nvPr>
            <p:ph type="subTitle" idx="8"/>
          </p:nvPr>
        </p:nvSpPr>
        <p:spPr>
          <a:xfrm>
            <a:off x="3393900" y="29237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2065" name="Google Shape;2065;p31"/>
          <p:cNvSpPr txBox="1">
            <a:spLocks noGrp="1"/>
          </p:cNvSpPr>
          <p:nvPr>
            <p:ph type="subTitle" idx="9"/>
          </p:nvPr>
        </p:nvSpPr>
        <p:spPr>
          <a:xfrm>
            <a:off x="2110713" y="1856144"/>
            <a:ext cx="2356200" cy="784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6" name="Google Shape;2066;p31"/>
          <p:cNvSpPr txBox="1">
            <a:spLocks noGrp="1"/>
          </p:cNvSpPr>
          <p:nvPr>
            <p:ph type="subTitle" idx="13"/>
          </p:nvPr>
        </p:nvSpPr>
        <p:spPr>
          <a:xfrm>
            <a:off x="2110713" y="1474900"/>
            <a:ext cx="2356200" cy="381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lay" panose="00000500000000000000"/>
              <a:buNone/>
              <a:defRPr sz="2000" b="1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cxnSp>
        <p:nvCxnSpPr>
          <p:cNvPr id="2465" name="Google Shape;2465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466" name="Google Shape;2466;p35"/>
          <p:cNvGrpSpPr/>
          <p:nvPr/>
        </p:nvGrpSpPr>
        <p:grpSpPr>
          <a:xfrm flipH="1">
            <a:off x="-2783025" y="2555026"/>
            <a:ext cx="4222888" cy="4088811"/>
            <a:chOff x="8129425" y="2555026"/>
            <a:chExt cx="4222888" cy="4088811"/>
          </a:xfrm>
        </p:grpSpPr>
        <p:sp>
          <p:nvSpPr>
            <p:cNvPr id="2467" name="Google Shape;2467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5" name="Google Shape;2475;p35"/>
          <p:cNvGrpSpPr/>
          <p:nvPr/>
        </p:nvGrpSpPr>
        <p:grpSpPr>
          <a:xfrm flipH="1">
            <a:off x="-2986745" y="907371"/>
            <a:ext cx="3769563" cy="11358057"/>
            <a:chOff x="-2722250" y="-1079764"/>
            <a:chExt cx="3769563" cy="11358057"/>
          </a:xfrm>
        </p:grpSpPr>
        <p:sp>
          <p:nvSpPr>
            <p:cNvPr id="2476" name="Google Shape;2476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0" name="Google Shape;2490;p35"/>
          <p:cNvGrpSpPr/>
          <p:nvPr/>
        </p:nvGrpSpPr>
        <p:grpSpPr>
          <a:xfrm rot="10800000" flipH="1">
            <a:off x="8591775" y="-1202836"/>
            <a:ext cx="4222888" cy="4088811"/>
            <a:chOff x="8129425" y="2555026"/>
            <a:chExt cx="4222888" cy="4088811"/>
          </a:xfrm>
        </p:grpSpPr>
        <p:sp>
          <p:nvSpPr>
            <p:cNvPr id="2491" name="Google Shape;2491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8263502" y="2555026"/>
              <a:ext cx="4088811" cy="4088811"/>
            </a:xfrm>
            <a:custGeom>
              <a:avLst/>
              <a:gdLst/>
              <a:ahLst/>
              <a:cxnLst/>
              <a:rect l="l" t="t" r="r" b="b"/>
              <a:pathLst>
                <a:path w="21100" h="21100" fill="none" extrusionOk="0">
                  <a:moveTo>
                    <a:pt x="21100" y="21099"/>
                  </a:moveTo>
                  <a:lnTo>
                    <a:pt x="1" y="21099"/>
                  </a:lnTo>
                  <a:lnTo>
                    <a:pt x="1" y="3911"/>
                  </a:lnTo>
                  <a:lnTo>
                    <a:pt x="3809" y="0"/>
                  </a:lnTo>
                  <a:lnTo>
                    <a:pt x="21100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0365"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 rot="-5400000">
              <a:off x="8064107" y="3895031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 rot="-5400000">
              <a:off x="8064107" y="485406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 rot="-5400000">
              <a:off x="8064107" y="5813119"/>
              <a:ext cx="398786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0" name="Google Shape;2500;p35"/>
          <p:cNvGrpSpPr/>
          <p:nvPr/>
        </p:nvGrpSpPr>
        <p:grpSpPr>
          <a:xfrm>
            <a:off x="824987" y="359239"/>
            <a:ext cx="117523" cy="719798"/>
            <a:chOff x="824987" y="359239"/>
            <a:chExt cx="117523" cy="719798"/>
          </a:xfrm>
        </p:grpSpPr>
        <p:sp>
          <p:nvSpPr>
            <p:cNvPr id="2501" name="Google Shape;2501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 rot="-5400000">
              <a:off x="824987" y="35923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 rot="-5400000">
              <a:off x="824987" y="961514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 rot="-5400000">
              <a:off x="824987" y="76075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 rot="-5400000">
              <a:off x="824987" y="55999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35"/>
          <p:cNvSpPr/>
          <p:nvPr/>
        </p:nvSpPr>
        <p:spPr>
          <a:xfrm>
            <a:off x="577225" y="-591925"/>
            <a:ext cx="676500" cy="3240600"/>
          </a:xfrm>
          <a:custGeom>
            <a:avLst/>
            <a:gdLst/>
            <a:ahLst/>
            <a:cxnLst/>
            <a:rect l="l" t="t" r="r" b="b"/>
            <a:pathLst>
              <a:path w="27060" h="129624" extrusionOk="0">
                <a:moveTo>
                  <a:pt x="0" y="0"/>
                </a:moveTo>
                <a:lnTo>
                  <a:pt x="0" y="101874"/>
                </a:lnTo>
                <a:lnTo>
                  <a:pt x="27060" y="129624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sp>
        <p:nvSpPr>
          <p:cNvPr id="2510" name="Google Shape;2510;p35"/>
          <p:cNvSpPr/>
          <p:nvPr/>
        </p:nvSpPr>
        <p:spPr>
          <a:xfrm>
            <a:off x="1238289" y="2620086"/>
            <a:ext cx="150600" cy="150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1" name="Google Shape;2511;p35"/>
          <p:cNvCxnSpPr/>
          <p:nvPr/>
        </p:nvCxnSpPr>
        <p:spPr>
          <a:xfrm rot="10800000">
            <a:off x="8860050" y="3165000"/>
            <a:ext cx="0" cy="2300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512" name="Google Shape;2512;p35"/>
          <p:cNvGrpSpPr/>
          <p:nvPr/>
        </p:nvGrpSpPr>
        <p:grpSpPr>
          <a:xfrm>
            <a:off x="8202950" y="1983213"/>
            <a:ext cx="237939" cy="3223487"/>
            <a:chOff x="8202950" y="1983213"/>
            <a:chExt cx="237939" cy="3223487"/>
          </a:xfrm>
        </p:grpSpPr>
        <p:sp>
          <p:nvSpPr>
            <p:cNvPr id="2513" name="Google Shape;2513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4" name="Google Shape;2514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8202950" y="2093625"/>
              <a:ext cx="182750" cy="3113075"/>
            </a:xfrm>
            <a:custGeom>
              <a:avLst/>
              <a:gdLst/>
              <a:ahLst/>
              <a:cxnLst/>
              <a:rect l="l" t="t" r="r" b="b"/>
              <a:pathLst>
                <a:path w="7310" h="124523" extrusionOk="0">
                  <a:moveTo>
                    <a:pt x="6787" y="124523"/>
                  </a:moveTo>
                  <a:lnTo>
                    <a:pt x="7236" y="67122"/>
                  </a:lnTo>
                  <a:lnTo>
                    <a:pt x="0" y="57280"/>
                  </a:lnTo>
                  <a:lnTo>
                    <a:pt x="0" y="33256"/>
                  </a:lnTo>
                  <a:lnTo>
                    <a:pt x="7310" y="23088"/>
                  </a:lnTo>
                  <a:lnTo>
                    <a:pt x="7253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6" name="Google Shape;2516;p35"/>
            <p:cNvSpPr/>
            <p:nvPr/>
          </p:nvSpPr>
          <p:spPr>
            <a:xfrm>
              <a:off x="8330489" y="1983213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7" name="Google Shape;2517;p35"/>
          <p:cNvGrpSpPr/>
          <p:nvPr/>
        </p:nvGrpSpPr>
        <p:grpSpPr>
          <a:xfrm>
            <a:off x="7704114" y="-97112"/>
            <a:ext cx="261061" cy="3913266"/>
            <a:chOff x="7704114" y="-97112"/>
            <a:chExt cx="261061" cy="3913266"/>
          </a:xfrm>
        </p:grpSpPr>
        <p:sp>
          <p:nvSpPr>
            <p:cNvPr id="2518" name="Google Shape;2518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19" name="Google Shape;2519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7779425" y="-97112"/>
              <a:ext cx="185750" cy="3804950"/>
            </a:xfrm>
            <a:custGeom>
              <a:avLst/>
              <a:gdLst/>
              <a:ahLst/>
              <a:cxnLst/>
              <a:rect l="l" t="t" r="r" b="b"/>
              <a:pathLst>
                <a:path w="7430" h="152198" extrusionOk="0">
                  <a:moveTo>
                    <a:pt x="7366" y="0"/>
                  </a:moveTo>
                  <a:lnTo>
                    <a:pt x="7430" y="96755"/>
                  </a:lnTo>
                  <a:lnTo>
                    <a:pt x="0" y="107019"/>
                  </a:lnTo>
                  <a:lnTo>
                    <a:pt x="8" y="152198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21" name="Google Shape;2521;p35"/>
            <p:cNvSpPr/>
            <p:nvPr/>
          </p:nvSpPr>
          <p:spPr>
            <a:xfrm>
              <a:off x="7704114" y="3665554"/>
              <a:ext cx="150600" cy="1506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524" name="Google Shape;2524;p36"/>
          <p:cNvGrpSpPr/>
          <p:nvPr/>
        </p:nvGrpSpPr>
        <p:grpSpPr>
          <a:xfrm>
            <a:off x="-2459612" y="638961"/>
            <a:ext cx="3769563" cy="11358057"/>
            <a:chOff x="-2722250" y="-1079764"/>
            <a:chExt cx="3769563" cy="11358057"/>
          </a:xfrm>
        </p:grpSpPr>
        <p:sp>
          <p:nvSpPr>
            <p:cNvPr id="2525" name="Google Shape;2525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36"/>
          <p:cNvGrpSpPr/>
          <p:nvPr/>
        </p:nvGrpSpPr>
        <p:grpSpPr>
          <a:xfrm>
            <a:off x="-444950" y="2746461"/>
            <a:ext cx="1158175" cy="2819114"/>
            <a:chOff x="-444950" y="2746461"/>
            <a:chExt cx="1158175" cy="2819114"/>
          </a:xfrm>
        </p:grpSpPr>
        <p:sp>
          <p:nvSpPr>
            <p:cNvPr id="2540" name="Google Shape;2540;p36"/>
            <p:cNvSpPr/>
            <p:nvPr/>
          </p:nvSpPr>
          <p:spPr>
            <a:xfrm>
              <a:off x="248038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1" name="Google Shape;2541;p36"/>
            <p:cNvSpPr/>
            <p:nvPr/>
          </p:nvSpPr>
          <p:spPr>
            <a:xfrm>
              <a:off x="-438775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6"/>
            <p:cNvSpPr/>
            <p:nvPr/>
          </p:nvSpPr>
          <p:spPr>
            <a:xfrm>
              <a:off x="-254275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6"/>
            <p:cNvSpPr/>
            <p:nvPr/>
          </p:nvSpPr>
          <p:spPr>
            <a:xfrm>
              <a:off x="241863" y="2856850"/>
              <a:ext cx="267975" cy="1554325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544" name="Google Shape;2544;p36"/>
            <p:cNvSpPr/>
            <p:nvPr/>
          </p:nvSpPr>
          <p:spPr>
            <a:xfrm>
              <a:off x="-444950" y="4411175"/>
              <a:ext cx="1152000" cy="11544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6"/>
            <p:cNvSpPr/>
            <p:nvPr/>
          </p:nvSpPr>
          <p:spPr>
            <a:xfrm>
              <a:off x="-260450" y="4596125"/>
              <a:ext cx="783000" cy="7845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6"/>
            <p:cNvSpPr/>
            <p:nvPr/>
          </p:nvSpPr>
          <p:spPr>
            <a:xfrm>
              <a:off x="189739" y="2746461"/>
              <a:ext cx="110400" cy="1104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8" name="Google Shape;2548;p36"/>
          <p:cNvGrpSpPr/>
          <p:nvPr/>
        </p:nvGrpSpPr>
        <p:grpSpPr>
          <a:xfrm>
            <a:off x="8118013" y="1690211"/>
            <a:ext cx="3769563" cy="11358057"/>
            <a:chOff x="-2722250" y="-1079764"/>
            <a:chExt cx="3769563" cy="11358057"/>
          </a:xfrm>
        </p:grpSpPr>
        <p:sp>
          <p:nvSpPr>
            <p:cNvPr id="2549" name="Google Shape;2549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dist="190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6"/>
            <p:cNvSpPr/>
            <p:nvPr/>
          </p:nvSpPr>
          <p:spPr>
            <a:xfrm rot="-5400000">
              <a:off x="-6425973" y="2892399"/>
              <a:ext cx="11223689" cy="3548098"/>
            </a:xfrm>
            <a:custGeom>
              <a:avLst/>
              <a:gdLst/>
              <a:ahLst/>
              <a:cxnLst/>
              <a:rect l="l" t="t" r="r" b="b"/>
              <a:pathLst>
                <a:path w="68226" h="21568" fill="none" extrusionOk="0">
                  <a:moveTo>
                    <a:pt x="53094" y="1"/>
                  </a:moveTo>
                  <a:lnTo>
                    <a:pt x="49672" y="1"/>
                  </a:lnTo>
                  <a:lnTo>
                    <a:pt x="47554" y="2119"/>
                  </a:lnTo>
                  <a:lnTo>
                    <a:pt x="41811" y="2119"/>
                  </a:lnTo>
                  <a:lnTo>
                    <a:pt x="39713" y="1"/>
                  </a:lnTo>
                  <a:lnTo>
                    <a:pt x="0" y="1"/>
                  </a:lnTo>
                  <a:lnTo>
                    <a:pt x="0" y="13625"/>
                  </a:lnTo>
                  <a:lnTo>
                    <a:pt x="7556" y="21283"/>
                  </a:lnTo>
                  <a:lnTo>
                    <a:pt x="46230" y="21283"/>
                  </a:lnTo>
                  <a:lnTo>
                    <a:pt x="49448" y="18045"/>
                  </a:lnTo>
                  <a:lnTo>
                    <a:pt x="55538" y="18045"/>
                  </a:lnTo>
                  <a:lnTo>
                    <a:pt x="59061" y="21568"/>
                  </a:lnTo>
                  <a:lnTo>
                    <a:pt x="65598" y="21568"/>
                  </a:lnTo>
                  <a:lnTo>
                    <a:pt x="68022" y="19124"/>
                  </a:lnTo>
                  <a:lnTo>
                    <a:pt x="68022" y="16904"/>
                  </a:lnTo>
                  <a:lnTo>
                    <a:pt x="66698" y="15560"/>
                  </a:lnTo>
                  <a:lnTo>
                    <a:pt x="66698" y="12729"/>
                  </a:lnTo>
                  <a:lnTo>
                    <a:pt x="68225" y="11181"/>
                  </a:lnTo>
                  <a:lnTo>
                    <a:pt x="68225" y="926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6"/>
            <p:cNvSpPr/>
            <p:nvPr/>
          </p:nvSpPr>
          <p:spPr>
            <a:xfrm rot="-5400000">
              <a:off x="779166" y="3484700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 rot="-5400000">
              <a:off x="-363339" y="5689141"/>
              <a:ext cx="2553156" cy="268147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6"/>
            <p:cNvSpPr/>
            <p:nvPr/>
          </p:nvSpPr>
          <p:spPr>
            <a:xfrm rot="-5400000">
              <a:off x="-3866449" y="8223650"/>
              <a:ext cx="2556549" cy="268151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6"/>
            <p:cNvSpPr/>
            <p:nvPr/>
          </p:nvSpPr>
          <p:spPr>
            <a:xfrm rot="-5400000">
              <a:off x="-2722238" y="1390659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 rot="-5400000">
              <a:off x="-1331823" y="-1079764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 rot="-5400000">
              <a:off x="-413699" y="-829583"/>
              <a:ext cx="268147" cy="26814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3" name="Google Shape;2563;p36"/>
          <p:cNvGrpSpPr/>
          <p:nvPr/>
        </p:nvGrpSpPr>
        <p:grpSpPr>
          <a:xfrm rot="-5400000" flipH="1">
            <a:off x="14326746" y="-8155174"/>
            <a:ext cx="5570272" cy="18162622"/>
            <a:chOff x="-3170262" y="3452177"/>
            <a:chExt cx="3721951" cy="12135923"/>
          </a:xfrm>
        </p:grpSpPr>
        <p:sp>
          <p:nvSpPr>
            <p:cNvPr id="2564" name="Google Shape;2564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6"/>
            <p:cNvSpPr/>
            <p:nvPr/>
          </p:nvSpPr>
          <p:spPr>
            <a:xfrm rot="10800000" flipH="1">
              <a:off x="-3118587" y="3494700"/>
              <a:ext cx="3535035" cy="8139899"/>
            </a:xfrm>
            <a:custGeom>
              <a:avLst/>
              <a:gdLst/>
              <a:ahLst/>
              <a:cxnLst/>
              <a:rect l="l" t="t" r="r" b="b"/>
              <a:pathLst>
                <a:path w="30611" h="70486" fill="none" extrusionOk="0">
                  <a:moveTo>
                    <a:pt x="449" y="50202"/>
                  </a:moveTo>
                  <a:lnTo>
                    <a:pt x="449" y="55008"/>
                  </a:lnTo>
                  <a:lnTo>
                    <a:pt x="3361" y="57941"/>
                  </a:lnTo>
                  <a:lnTo>
                    <a:pt x="3361" y="61851"/>
                  </a:lnTo>
                  <a:lnTo>
                    <a:pt x="1" y="65232"/>
                  </a:lnTo>
                  <a:lnTo>
                    <a:pt x="1" y="70486"/>
                  </a:lnTo>
                  <a:lnTo>
                    <a:pt x="7597" y="70486"/>
                  </a:lnTo>
                  <a:lnTo>
                    <a:pt x="10224" y="67859"/>
                  </a:lnTo>
                  <a:lnTo>
                    <a:pt x="17882" y="67859"/>
                  </a:lnTo>
                  <a:lnTo>
                    <a:pt x="20407" y="70384"/>
                  </a:lnTo>
                  <a:lnTo>
                    <a:pt x="30610" y="70384"/>
                  </a:lnTo>
                  <a:lnTo>
                    <a:pt x="30610" y="27413"/>
                  </a:lnTo>
                  <a:lnTo>
                    <a:pt x="28187" y="24989"/>
                  </a:lnTo>
                  <a:lnTo>
                    <a:pt x="28187" y="15458"/>
                  </a:lnTo>
                  <a:lnTo>
                    <a:pt x="30549" y="13116"/>
                  </a:lnTo>
                  <a:lnTo>
                    <a:pt x="30549" y="1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6"/>
            <p:cNvSpPr/>
            <p:nvPr/>
          </p:nvSpPr>
          <p:spPr>
            <a:xfrm rot="10800000" flipH="1">
              <a:off x="-3036246" y="7546946"/>
              <a:ext cx="115" cy="2140237"/>
            </a:xfrm>
            <a:custGeom>
              <a:avLst/>
              <a:gdLst/>
              <a:ahLst/>
              <a:cxnLst/>
              <a:rect l="l" t="t" r="r" b="b"/>
              <a:pathLst>
                <a:path w="1" h="18533" fill="none" extrusionOk="0">
                  <a:moveTo>
                    <a:pt x="1" y="0"/>
                  </a:moveTo>
                  <a:lnTo>
                    <a:pt x="1" y="18533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6"/>
            <p:cNvSpPr/>
            <p:nvPr/>
          </p:nvSpPr>
          <p:spPr>
            <a:xfrm rot="10800000" flipH="1">
              <a:off x="-3066849" y="6509634"/>
              <a:ext cx="115" cy="557550"/>
            </a:xfrm>
            <a:custGeom>
              <a:avLst/>
              <a:gdLst/>
              <a:ahLst/>
              <a:cxnLst/>
              <a:rect l="l" t="t" r="r" b="b"/>
              <a:pathLst>
                <a:path w="1" h="4828" fill="none" extrusionOk="0">
                  <a:moveTo>
                    <a:pt x="1" y="1"/>
                  </a:moveTo>
                  <a:lnTo>
                    <a:pt x="1" y="4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6"/>
            <p:cNvSpPr/>
            <p:nvPr/>
          </p:nvSpPr>
          <p:spPr>
            <a:xfrm rot="10800000" flipH="1">
              <a:off x="-3043291" y="10468067"/>
              <a:ext cx="425784" cy="5061252"/>
            </a:xfrm>
            <a:custGeom>
              <a:avLst/>
              <a:gdLst/>
              <a:ahLst/>
              <a:cxnLst/>
              <a:rect l="l" t="t" r="r" b="b"/>
              <a:pathLst>
                <a:path w="3687" h="43827" fill="none" extrusionOk="0">
                  <a:moveTo>
                    <a:pt x="3687" y="0"/>
                  </a:moveTo>
                  <a:lnTo>
                    <a:pt x="0" y="3686"/>
                  </a:lnTo>
                  <a:lnTo>
                    <a:pt x="0" y="21099"/>
                  </a:lnTo>
                  <a:lnTo>
                    <a:pt x="3116" y="24235"/>
                  </a:lnTo>
                  <a:lnTo>
                    <a:pt x="3116" y="30528"/>
                  </a:lnTo>
                  <a:lnTo>
                    <a:pt x="448" y="33196"/>
                  </a:lnTo>
                  <a:lnTo>
                    <a:pt x="448" y="43827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6"/>
            <p:cNvSpPr/>
            <p:nvPr/>
          </p:nvSpPr>
          <p:spPr>
            <a:xfrm rot="10800000" flipH="1">
              <a:off x="-1354675" y="14357979"/>
              <a:ext cx="1771155" cy="1171339"/>
            </a:xfrm>
            <a:custGeom>
              <a:avLst/>
              <a:gdLst/>
              <a:ahLst/>
              <a:cxnLst/>
              <a:rect l="l" t="t" r="r" b="b"/>
              <a:pathLst>
                <a:path w="15337" h="10143" fill="none" extrusionOk="0">
                  <a:moveTo>
                    <a:pt x="1" y="0"/>
                  </a:moveTo>
                  <a:lnTo>
                    <a:pt x="4461" y="0"/>
                  </a:lnTo>
                  <a:lnTo>
                    <a:pt x="5724" y="1263"/>
                  </a:lnTo>
                  <a:lnTo>
                    <a:pt x="7353" y="1263"/>
                  </a:lnTo>
                  <a:lnTo>
                    <a:pt x="8554" y="61"/>
                  </a:lnTo>
                  <a:lnTo>
                    <a:pt x="15336" y="61"/>
                  </a:lnTo>
                  <a:lnTo>
                    <a:pt x="15336" y="10142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6"/>
            <p:cNvSpPr/>
            <p:nvPr/>
          </p:nvSpPr>
          <p:spPr>
            <a:xfrm rot="10800000" flipH="1">
              <a:off x="197669" y="970358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6"/>
            <p:cNvSpPr/>
            <p:nvPr/>
          </p:nvSpPr>
          <p:spPr>
            <a:xfrm rot="10800000" flipH="1">
              <a:off x="197669" y="949190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6"/>
            <p:cNvSpPr/>
            <p:nvPr/>
          </p:nvSpPr>
          <p:spPr>
            <a:xfrm rot="10800000" flipH="1">
              <a:off x="197669" y="9277912"/>
              <a:ext cx="244707" cy="333975"/>
            </a:xfrm>
            <a:custGeom>
              <a:avLst/>
              <a:gdLst/>
              <a:ahLst/>
              <a:cxnLst/>
              <a:rect l="l" t="t" r="r" b="b"/>
              <a:pathLst>
                <a:path w="2119" h="2892" extrusionOk="0">
                  <a:moveTo>
                    <a:pt x="2118" y="0"/>
                  </a:moveTo>
                  <a:lnTo>
                    <a:pt x="0" y="2037"/>
                  </a:lnTo>
                  <a:lnTo>
                    <a:pt x="0" y="2892"/>
                  </a:lnTo>
                  <a:lnTo>
                    <a:pt x="2118" y="83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6"/>
            <p:cNvSpPr/>
            <p:nvPr/>
          </p:nvSpPr>
          <p:spPr>
            <a:xfrm rot="10800000" flipH="1">
              <a:off x="197669" y="9066228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37"/>
                  </a:lnTo>
                  <a:lnTo>
                    <a:pt x="0" y="2893"/>
                  </a:lnTo>
                  <a:lnTo>
                    <a:pt x="2118" y="83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6"/>
            <p:cNvSpPr/>
            <p:nvPr/>
          </p:nvSpPr>
          <p:spPr>
            <a:xfrm rot="10800000" flipH="1">
              <a:off x="197669" y="8854545"/>
              <a:ext cx="244707" cy="334091"/>
            </a:xfrm>
            <a:custGeom>
              <a:avLst/>
              <a:gdLst/>
              <a:ahLst/>
              <a:cxnLst/>
              <a:rect l="l" t="t" r="r" b="b"/>
              <a:pathLst>
                <a:path w="2119" h="2893" extrusionOk="0">
                  <a:moveTo>
                    <a:pt x="2118" y="1"/>
                  </a:moveTo>
                  <a:lnTo>
                    <a:pt x="0" y="2058"/>
                  </a:lnTo>
                  <a:lnTo>
                    <a:pt x="0" y="2893"/>
                  </a:lnTo>
                  <a:lnTo>
                    <a:pt x="2118" y="856"/>
                  </a:lnTo>
                  <a:lnTo>
                    <a:pt x="21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6"/>
            <p:cNvSpPr/>
            <p:nvPr/>
          </p:nvSpPr>
          <p:spPr>
            <a:xfrm rot="10800000" flipH="1">
              <a:off x="-2667042" y="4708190"/>
              <a:ext cx="169528" cy="6876983"/>
            </a:xfrm>
            <a:custGeom>
              <a:avLst/>
              <a:gdLst/>
              <a:ahLst/>
              <a:cxnLst/>
              <a:rect l="l" t="t" r="r" b="b"/>
              <a:pathLst>
                <a:path w="1468" h="59550" fill="none" extrusionOk="0">
                  <a:moveTo>
                    <a:pt x="1467" y="59549"/>
                  </a:moveTo>
                  <a:lnTo>
                    <a:pt x="1467" y="12749"/>
                  </a:lnTo>
                  <a:lnTo>
                    <a:pt x="1" y="11303"/>
                  </a:ln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6"/>
            <p:cNvSpPr/>
            <p:nvPr/>
          </p:nvSpPr>
          <p:spPr>
            <a:xfrm rot="10800000" flipH="1">
              <a:off x="-2617614" y="13271394"/>
              <a:ext cx="115" cy="1655904"/>
            </a:xfrm>
            <a:custGeom>
              <a:avLst/>
              <a:gdLst/>
              <a:ahLst/>
              <a:cxnLst/>
              <a:rect l="l" t="t" r="r" b="b"/>
              <a:pathLst>
                <a:path w="1" h="14339" fill="none" extrusionOk="0">
                  <a:moveTo>
                    <a:pt x="1" y="1"/>
                  </a:moveTo>
                  <a:lnTo>
                    <a:pt x="1" y="14338"/>
                  </a:lnTo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6"/>
            <p:cNvSpPr/>
            <p:nvPr/>
          </p:nvSpPr>
          <p:spPr>
            <a:xfrm rot="-5400000">
              <a:off x="-740256" y="5261506"/>
              <a:ext cx="2315739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6"/>
            <p:cNvSpPr/>
            <p:nvPr/>
          </p:nvSpPr>
          <p:spPr>
            <a:xfrm rot="-5400000">
              <a:off x="62588" y="7086982"/>
              <a:ext cx="707751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6"/>
            <p:cNvSpPr/>
            <p:nvPr/>
          </p:nvSpPr>
          <p:spPr>
            <a:xfrm rot="-5400000">
              <a:off x="-552634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6"/>
            <p:cNvSpPr/>
            <p:nvPr/>
          </p:nvSpPr>
          <p:spPr>
            <a:xfrm rot="-5400000">
              <a:off x="157865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6"/>
            <p:cNvSpPr/>
            <p:nvPr/>
          </p:nvSpPr>
          <p:spPr>
            <a:xfrm rot="-5400000">
              <a:off x="-78968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6"/>
            <p:cNvSpPr/>
            <p:nvPr/>
          </p:nvSpPr>
          <p:spPr>
            <a:xfrm rot="-5400000">
              <a:off x="-315801" y="34521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6"/>
            <p:cNvSpPr/>
            <p:nvPr/>
          </p:nvSpPr>
          <p:spPr>
            <a:xfrm rot="-5400000">
              <a:off x="-3391983" y="8655203"/>
              <a:ext cx="711592" cy="268151"/>
            </a:xfrm>
            <a:custGeom>
              <a:avLst/>
              <a:gdLst/>
              <a:ahLst/>
              <a:cxnLst/>
              <a:rect l="l" t="t" r="r" b="b"/>
              <a:pathLst>
                <a:path w="15520" h="1630" extrusionOk="0">
                  <a:moveTo>
                    <a:pt x="0" y="0"/>
                  </a:moveTo>
                  <a:lnTo>
                    <a:pt x="0" y="1629"/>
                  </a:lnTo>
                  <a:lnTo>
                    <a:pt x="15519" y="1629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6"/>
            <p:cNvSpPr/>
            <p:nvPr/>
          </p:nvSpPr>
          <p:spPr>
            <a:xfrm rot="-5400000">
              <a:off x="357699" y="11552145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6"/>
            <p:cNvSpPr/>
            <p:nvPr/>
          </p:nvSpPr>
          <p:spPr>
            <a:xfrm rot="-5400000">
              <a:off x="357699" y="1273774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6"/>
            <p:cNvSpPr/>
            <p:nvPr/>
          </p:nvSpPr>
          <p:spPr>
            <a:xfrm rot="-5400000">
              <a:off x="357699" y="12500629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6"/>
            <p:cNvSpPr/>
            <p:nvPr/>
          </p:nvSpPr>
          <p:spPr>
            <a:xfrm rot="-5400000">
              <a:off x="357699" y="12263508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6"/>
            <p:cNvSpPr/>
            <p:nvPr/>
          </p:nvSpPr>
          <p:spPr>
            <a:xfrm rot="-5400000">
              <a:off x="357699" y="1202638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6"/>
            <p:cNvSpPr/>
            <p:nvPr/>
          </p:nvSpPr>
          <p:spPr>
            <a:xfrm rot="-5400000">
              <a:off x="357699" y="11789266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6"/>
            <p:cNvSpPr/>
            <p:nvPr/>
          </p:nvSpPr>
          <p:spPr>
            <a:xfrm rot="-5400000">
              <a:off x="357699" y="14299332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6"/>
            <p:cNvSpPr/>
            <p:nvPr/>
          </p:nvSpPr>
          <p:spPr>
            <a:xfrm rot="-5400000">
              <a:off x="-1413456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6"/>
            <p:cNvSpPr/>
            <p:nvPr/>
          </p:nvSpPr>
          <p:spPr>
            <a:xfrm rot="-5400000">
              <a:off x="-1128633" y="15470577"/>
              <a:ext cx="117523" cy="117523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1" y="0"/>
                  </a:moveTo>
                  <a:lnTo>
                    <a:pt x="1" y="1629"/>
                  </a:lnTo>
                  <a:lnTo>
                    <a:pt x="1630" y="1629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457200" dist="19050" algn="bl" rotWithShape="0">
                <a:schemeClr val="accent1">
                  <a:alpha val="7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0" name="Google Shape;2620;p36"/>
          <p:cNvSpPr/>
          <p:nvPr/>
        </p:nvSpPr>
        <p:spPr>
          <a:xfrm rot="10800000">
            <a:off x="7982776" y="-544214"/>
            <a:ext cx="267975" cy="1554325"/>
          </a:xfrm>
          <a:custGeom>
            <a:avLst/>
            <a:gdLst/>
            <a:ahLst/>
            <a:cxnLst/>
            <a:rect l="l" t="t" r="r" b="b"/>
            <a:pathLst>
              <a:path w="10719" h="62173" extrusionOk="0">
                <a:moveTo>
                  <a:pt x="0" y="0"/>
                </a:moveTo>
                <a:lnTo>
                  <a:pt x="0" y="51453"/>
                </a:lnTo>
                <a:lnTo>
                  <a:pt x="10719" y="62173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sp>
      <p:grpSp>
        <p:nvGrpSpPr>
          <p:cNvPr id="2621" name="Google Shape;2621;p36"/>
          <p:cNvGrpSpPr/>
          <p:nvPr/>
        </p:nvGrpSpPr>
        <p:grpSpPr>
          <a:xfrm>
            <a:off x="8342610" y="-1257510"/>
            <a:ext cx="1632765" cy="4501735"/>
            <a:chOff x="8342610" y="-1257510"/>
            <a:chExt cx="1632765" cy="4501735"/>
          </a:xfrm>
        </p:grpSpPr>
        <p:sp>
          <p:nvSpPr>
            <p:cNvPr id="2622" name="Google Shape;2622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4" name="Google Shape;2624;p36"/>
            <p:cNvSpPr/>
            <p:nvPr/>
          </p:nvSpPr>
          <p:spPr>
            <a:xfrm rot="10800000">
              <a:off x="8342610" y="-1257510"/>
              <a:ext cx="531689" cy="3083936"/>
            </a:xfrm>
            <a:custGeom>
              <a:avLst/>
              <a:gdLst/>
              <a:ahLst/>
              <a:cxnLst/>
              <a:rect l="l" t="t" r="r" b="b"/>
              <a:pathLst>
                <a:path w="10719" h="62173" extrusionOk="0">
                  <a:moveTo>
                    <a:pt x="0" y="0"/>
                  </a:moveTo>
                  <a:lnTo>
                    <a:pt x="0" y="51453"/>
                  </a:lnTo>
                  <a:lnTo>
                    <a:pt x="10719" y="6217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sp>
        <p:sp>
          <p:nvSpPr>
            <p:cNvPr id="2625" name="Google Shape;2625;p36"/>
            <p:cNvSpPr/>
            <p:nvPr/>
          </p:nvSpPr>
          <p:spPr>
            <a:xfrm>
              <a:off x="8560275" y="1826425"/>
              <a:ext cx="1415100" cy="14178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28588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6" name="Google Shape;2626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36"/>
          <p:cNvSpPr/>
          <p:nvPr/>
        </p:nvSpPr>
        <p:spPr>
          <a:xfrm rot="10800000">
            <a:off x="8193774" y="1010100"/>
            <a:ext cx="110400" cy="1104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 panose="00000500000000000000"/>
              <a:buNone/>
              <a:defRPr sz="3300" b="1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●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 panose="020B0503030403020204"/>
              <a:buChar char="○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ource Sans Pro" panose="020B0503030403020204"/>
              <a:buChar char="■"/>
              <a:defRPr>
                <a:solidFill>
                  <a:schemeClr val="lt1"/>
                </a:solidFill>
                <a:latin typeface="Source Sans Pro" panose="020B0503030403020204"/>
                <a:ea typeface="Source Sans Pro" panose="020B0503030403020204"/>
                <a:cs typeface="Source Sans Pro" panose="020B0503030403020204"/>
                <a:sym typeface="Source Sans Pro" panose="020B0503030403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1" name="Google Shape;2641;p40"/>
          <p:cNvGrpSpPr/>
          <p:nvPr/>
        </p:nvGrpSpPr>
        <p:grpSpPr>
          <a:xfrm>
            <a:off x="2489710" y="2884449"/>
            <a:ext cx="4447650" cy="135300"/>
            <a:chOff x="2365175" y="3596070"/>
            <a:chExt cx="4447650" cy="135300"/>
          </a:xfrm>
        </p:grpSpPr>
        <p:sp>
          <p:nvSpPr>
            <p:cNvPr id="2642" name="Google Shape;2642;p40"/>
            <p:cNvSpPr/>
            <p:nvPr/>
          </p:nvSpPr>
          <p:spPr>
            <a:xfrm>
              <a:off x="236517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40"/>
            <p:cNvSpPr/>
            <p:nvPr/>
          </p:nvSpPr>
          <p:spPr>
            <a:xfrm>
              <a:off x="6677525" y="3596070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44" name="Google Shape;2644;p40"/>
            <p:cNvCxnSpPr>
              <a:stCxn id="2642" idx="6"/>
              <a:endCxn id="2643" idx="2"/>
            </p:cNvCxnSpPr>
            <p:nvPr/>
          </p:nvCxnSpPr>
          <p:spPr>
            <a:xfrm>
              <a:off x="2500475" y="3663720"/>
              <a:ext cx="417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2" name="Text Box 1"/>
          <p:cNvSpPr txBox="1"/>
          <p:nvPr/>
        </p:nvSpPr>
        <p:spPr>
          <a:xfrm>
            <a:off x="4161791" y="528320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752725" y="3583940"/>
            <a:ext cx="3922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    Customer Churn Risk Analysis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Prepared by</a:t>
            </a:r>
            <a:r>
              <a:rPr lang="en-US" altLang="en-US">
                <a:solidFill>
                  <a:schemeClr val="bg1"/>
                </a:solidFill>
              </a:rPr>
              <a:t>:</a:t>
            </a:r>
            <a:r>
              <a:rPr lang="en-US">
                <a:solidFill>
                  <a:schemeClr val="bg1"/>
                </a:solidFill>
              </a:rPr>
              <a:t> - Roshan Kumar Nayak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/>
              <a:t>RETAIL CUSTOMER BEHAVIOR &amp; RFM ANALYSIS</a:t>
            </a:r>
            <a:br>
              <a:rPr lang="en-US" sz="2000"/>
            </a:br>
            <a:br>
              <a:rPr lang="en-US" sz="2000"/>
            </a:br>
            <a:r>
              <a:rPr lang="en-US" altLang="en-US" sz="2000"/>
              <a:t>Business Insights &amp; Action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p45"/>
          <p:cNvSpPr txBox="1">
            <a:spLocks noGrp="1"/>
          </p:cNvSpPr>
          <p:nvPr>
            <p:ph type="title"/>
          </p:nvPr>
        </p:nvSpPr>
        <p:spPr>
          <a:xfrm>
            <a:off x="2209245" y="105059"/>
            <a:ext cx="44550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600" dirty="0">
                <a:solidFill>
                  <a:schemeClr val="accent1"/>
                </a:solidFill>
              </a:rPr>
              <a:t>Business Problem</a:t>
            </a:r>
          </a:p>
        </p:txBody>
      </p:sp>
      <p:sp>
        <p:nvSpPr>
          <p:cNvPr id="2710" name="Google Shape;2710;p45"/>
          <p:cNvSpPr txBox="1">
            <a:spLocks noGrp="1"/>
          </p:cNvSpPr>
          <p:nvPr>
            <p:ph type="subTitle" idx="1"/>
          </p:nvPr>
        </p:nvSpPr>
        <p:spPr>
          <a:xfrm>
            <a:off x="1809115" y="986790"/>
            <a:ext cx="5526405" cy="3649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altLang="en-US" sz="1400" b="1" dirty="0"/>
              <a:t>Why Customer Churn Matters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Customer churn occurs when customers stop using a company’s product or service.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4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400" b="1" dirty="0"/>
              <a:t>Key Problems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000" dirty="0"/>
              <a:t>Loss of revenue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000" dirty="0"/>
              <a:t>Increased marketing costs to acquire new customers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US" altLang="en-US" sz="1000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000" dirty="0"/>
              <a:t>Reduced customer lifetime value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400" b="1" dirty="0"/>
              <a:t>Example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Telecom company example: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Customer	Monthly Plan	Status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A102	₹499	Active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A205	₹799	Cancelled</a:t>
            </a:r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A356	₹599	Inactive</a:t>
            </a:r>
          </a:p>
          <a:p>
            <a:pPr marL="0" lvl="0" indent="0" algn="l">
              <a:buFont typeface="Arial" panose="020B0604020202020204" pitchFamily="34" charset="0"/>
            </a:pPr>
            <a:endParaRPr lang="en-US" altLang="en-US" sz="1000" dirty="0"/>
          </a:p>
          <a:p>
            <a:pPr marL="0" lvl="0" indent="0" algn="l">
              <a:buFont typeface="Arial" panose="020B0604020202020204" pitchFamily="34" charset="0"/>
            </a:pPr>
            <a:r>
              <a:rPr lang="en-US" altLang="en-US" sz="1000" dirty="0"/>
              <a:t>If many customers cancel their plans → company revenue drops.</a:t>
            </a:r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  <a:p>
            <a:pPr marL="0" lvl="0" indent="0">
              <a:buFont typeface="Arial" panose="020B0604020202020204" pitchFamily="34" charset="0"/>
            </a:pPr>
            <a:endParaRPr lang="en-US" sz="700" dirty="0"/>
          </a:p>
        </p:txBody>
      </p:sp>
      <p:cxnSp>
        <p:nvCxnSpPr>
          <p:cNvPr id="2711" name="Google Shape;2711;p45"/>
          <p:cNvCxnSpPr>
            <a:stCxn id="2712" idx="6"/>
            <a:endCxn id="2713" idx="2"/>
          </p:cNvCxnSpPr>
          <p:nvPr/>
        </p:nvCxnSpPr>
        <p:spPr>
          <a:xfrm>
            <a:off x="2351498" y="919272"/>
            <a:ext cx="417068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grpSp>
        <p:nvGrpSpPr>
          <p:cNvPr id="2714" name="Google Shape;2714;p45"/>
          <p:cNvGrpSpPr/>
          <p:nvPr/>
        </p:nvGrpSpPr>
        <p:grpSpPr>
          <a:xfrm>
            <a:off x="2216198" y="851622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  <p:sp>
        <p:nvSpPr>
          <p:cNvPr id="2" name="Text Box 1"/>
          <p:cNvSpPr txBox="1"/>
          <p:nvPr/>
        </p:nvSpPr>
        <p:spPr>
          <a:xfrm>
            <a:off x="719455" y="2745740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580" y="70550"/>
            <a:ext cx="5763900" cy="11811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Project Objective</a:t>
            </a:r>
            <a:br>
              <a:rPr lang="en-US">
                <a:solidFill>
                  <a:schemeClr val="bg1"/>
                </a:solidFill>
                <a:sym typeface="+mn-ea"/>
              </a:rPr>
            </a:br>
            <a:br>
              <a:rPr dirty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3140" y="1008380"/>
            <a:ext cx="7157720" cy="6254115"/>
          </a:xfrm>
        </p:spPr>
        <p:txBody>
          <a:bodyPr/>
          <a:lstStyle/>
          <a:p>
            <a:pPr marL="139700" indent="0">
              <a:buNone/>
            </a:pPr>
            <a:r>
              <a:rPr lang="en-US" altLang="en-US" b="1">
                <a:solidFill>
                  <a:schemeClr val="bg1"/>
                </a:solidFill>
              </a:rPr>
              <a:t>Goal of the Analysis</a:t>
            </a:r>
          </a:p>
          <a:p>
            <a:pPr marL="139700" indent="0">
              <a:buNone/>
            </a:pPr>
            <a:endParaRPr lang="en-US" altLang="en-US" b="1">
              <a:solidFill>
                <a:schemeClr val="bg1"/>
              </a:solidFill>
            </a:endParaRP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Identify customers likely to churn</a:t>
            </a: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Analyze patterns behind churn behavior</a:t>
            </a: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Provide a high-risk customer list</a:t>
            </a:r>
          </a:p>
          <a:p>
            <a:pPr marL="3683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Recommend actions to retain them</a:t>
            </a:r>
          </a:p>
          <a:p>
            <a:pPr marL="139700" indent="0"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en-US" altLang="en-US">
                <a:solidFill>
                  <a:schemeClr val="bg1"/>
                </a:solidFill>
              </a:rPr>
              <a:t>Expected Outcome</a:t>
            </a:r>
          </a:p>
          <a:p>
            <a:pPr marL="139700" indent="0"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en-US" altLang="en-US" sz="1200" u="sng">
                <a:solidFill>
                  <a:schemeClr val="bg1"/>
                </a:solidFill>
              </a:rPr>
              <a:t>Output</a:t>
            </a:r>
            <a:r>
              <a:rPr lang="en-US" altLang="en-US" sz="1200">
                <a:solidFill>
                  <a:schemeClr val="bg1"/>
                </a:solidFill>
              </a:rPr>
              <a:t>	                             </a:t>
            </a:r>
            <a:r>
              <a:rPr lang="en-US" altLang="en-US" sz="1200" u="sng">
                <a:solidFill>
                  <a:schemeClr val="bg1"/>
                </a:solidFill>
              </a:rPr>
              <a:t>  Purpose</a:t>
            </a:r>
            <a:endParaRPr lang="en-US" altLang="en-US" sz="120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S" altLang="en-US" sz="1200">
              <a:solidFill>
                <a:schemeClr val="bg1"/>
              </a:solidFill>
            </a:endParaRPr>
          </a:p>
          <a:p>
            <a:pPr marL="139700" indent="0">
              <a:buNone/>
            </a:pPr>
            <a:r>
              <a:rPr lang="en-US" altLang="en-US" sz="1200">
                <a:solidFill>
                  <a:schemeClr val="bg1"/>
                </a:solidFill>
              </a:rPr>
              <a:t>Churn Risk Score	 Identify high-risk customers</a:t>
            </a:r>
          </a:p>
          <a:p>
            <a:pPr marL="139700" indent="0">
              <a:buNone/>
            </a:pPr>
            <a:r>
              <a:rPr lang="en-US" altLang="en-US" sz="1200">
                <a:solidFill>
                  <a:schemeClr val="bg1"/>
                </a:solidFill>
              </a:rPr>
              <a:t>Customer Segmentation	 Classify risk levels</a:t>
            </a:r>
          </a:p>
          <a:p>
            <a:pPr marL="139700" indent="0">
              <a:buNone/>
            </a:pPr>
            <a:r>
              <a:rPr lang="en-US" altLang="en-US" sz="1200">
                <a:solidFill>
                  <a:schemeClr val="bg1"/>
                </a:solidFill>
              </a:rPr>
              <a:t>Retention Strategy	 Reduce churn</a:t>
            </a:r>
          </a:p>
        </p:txBody>
      </p:sp>
      <p:grpSp>
        <p:nvGrpSpPr>
          <p:cNvPr id="2714" name="Google Shape;2714;p45"/>
          <p:cNvGrpSpPr/>
          <p:nvPr/>
        </p:nvGrpSpPr>
        <p:grpSpPr>
          <a:xfrm>
            <a:off x="2181273" y="682712"/>
            <a:ext cx="4441050" cy="135300"/>
            <a:chOff x="2358438" y="2282277"/>
            <a:chExt cx="4441050" cy="135300"/>
          </a:xfrm>
        </p:grpSpPr>
        <p:sp>
          <p:nvSpPr>
            <p:cNvPr id="2712" name="Google Shape;2712;p45"/>
            <p:cNvSpPr/>
            <p:nvPr/>
          </p:nvSpPr>
          <p:spPr>
            <a:xfrm>
              <a:off x="235843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5"/>
            <p:cNvSpPr/>
            <p:nvPr/>
          </p:nvSpPr>
          <p:spPr>
            <a:xfrm>
              <a:off x="6664188" y="2282277"/>
              <a:ext cx="135300" cy="13530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285750" algn="bl" rotWithShape="0">
                <a:schemeClr val="accent1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5" name="Google Shape;2715;p45"/>
            <p:cNvCxnSpPr>
              <a:stCxn id="2712" idx="6"/>
              <a:endCxn id="2713" idx="2"/>
            </p:cNvCxnSpPr>
            <p:nvPr/>
          </p:nvCxnSpPr>
          <p:spPr>
            <a:xfrm>
              <a:off x="2493738" y="2349927"/>
              <a:ext cx="41706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28588" algn="bl" rotWithShape="0">
                <a:schemeClr val="accent1"/>
              </a:outerShdw>
            </a:effectLst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167005"/>
            <a:ext cx="304800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200" dirty="0">
                <a:solidFill>
                  <a:schemeClr val="accent1"/>
                </a:solidFill>
                <a:sym typeface="+mn-ea"/>
              </a:rPr>
              <a:t>Data Sources</a:t>
            </a:r>
          </a:p>
        </p:txBody>
      </p:sp>
      <p:sp>
        <p:nvSpPr>
          <p:cNvPr id="2702" name="Google Shape;2702;p44"/>
          <p:cNvSpPr/>
          <p:nvPr>
            <p:custDataLst>
              <p:tags r:id="rId1"/>
            </p:custDataLst>
          </p:nvPr>
        </p:nvSpPr>
        <p:spPr>
          <a:xfrm>
            <a:off x="2425113" y="753270"/>
            <a:ext cx="135300" cy="135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3" name="Google Shape;2703;p44"/>
          <p:cNvSpPr/>
          <p:nvPr>
            <p:custDataLst>
              <p:tags r:id="rId2"/>
            </p:custDataLst>
          </p:nvPr>
        </p:nvSpPr>
        <p:spPr>
          <a:xfrm>
            <a:off x="6581658" y="725330"/>
            <a:ext cx="135300" cy="1353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285750" algn="bl" rotWithShape="0">
              <a:schemeClr val="accen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04" name="Google Shape;2704;p44"/>
          <p:cNvCxnSpPr/>
          <p:nvPr>
            <p:custDataLst>
              <p:tags r:id="rId3"/>
            </p:custDataLst>
          </p:nvPr>
        </p:nvCxnSpPr>
        <p:spPr>
          <a:xfrm>
            <a:off x="2493738" y="80758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7" name="Text Box 6"/>
          <p:cNvSpPr txBox="1"/>
          <p:nvPr/>
        </p:nvSpPr>
        <p:spPr>
          <a:xfrm>
            <a:off x="1054100" y="1059815"/>
            <a:ext cx="6427470" cy="3569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Data Used for Analysis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The analysis uses multiple datasets.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Data Source	                     Description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Customer Master	Customer details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Transaction History	Purchases and payments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Customer Support Data	Complaints and service tickets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Usage Data	                          Login frequency and activity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Example Dataset</a:t>
            </a:r>
          </a:p>
          <a:p>
            <a:endParaRPr lang="en-US" altLang="en-US" sz="1200" b="1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 ID	Last Purchase	Complaints	Usage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C201	2 days ago	0	High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C202	90 days ago	3	Low</a:t>
            </a:r>
          </a:p>
          <a:p>
            <a:r>
              <a:rPr lang="en-US" altLang="en-US" sz="1000">
                <a:solidFill>
                  <a:schemeClr val="bg1"/>
                </a:solidFill>
              </a:rPr>
              <a:t>C203	45 days ago	1	Medium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Customers with low usage + complaints = higher churn risk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12954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accent1"/>
                </a:solidFill>
              </a:rPr>
              <a:t>ETL Data Pipeline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93738" y="841240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5" name="Text Box 4"/>
          <p:cNvSpPr txBox="1"/>
          <p:nvPr/>
        </p:nvSpPr>
        <p:spPr>
          <a:xfrm>
            <a:off x="1416050" y="951230"/>
            <a:ext cx="655574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Python ETL Process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The project uses ETL (Extract, Transform, Load).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Extract: Data collected from databases and CSV files.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Transform: 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Data cleaning steps:</a:t>
            </a:r>
          </a:p>
          <a:p>
            <a:pPr marL="342900" indent="-3429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Remove duplicates</a:t>
            </a:r>
          </a:p>
          <a:p>
            <a:pPr marL="342900" indent="-3429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Handle missing values</a:t>
            </a:r>
          </a:p>
          <a:p>
            <a:pPr marL="342900" indent="-3429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Feature engineering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Load: Processed data stored for analysis.</a:t>
            </a:r>
          </a:p>
          <a:p>
            <a:r>
              <a:rPr lang="en-US" altLang="en-US" b="1">
                <a:solidFill>
                  <a:schemeClr val="bg1"/>
                </a:solidFill>
              </a:rPr>
              <a:t>Pipeline Flow</a:t>
            </a: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Database → Python Script → Data Cleaning → Analysis Dataset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Tools used: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Python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pandas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83890" y="219075"/>
            <a:ext cx="3048000" cy="466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dirty="0">
                <a:solidFill>
                  <a:schemeClr val="accent1"/>
                </a:solidFill>
              </a:rPr>
              <a:t>Key Churn Indicators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93738" y="841240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2" name="Text Box 1"/>
          <p:cNvSpPr txBox="1"/>
          <p:nvPr/>
        </p:nvSpPr>
        <p:spPr>
          <a:xfrm>
            <a:off x="1835150" y="997585"/>
            <a:ext cx="547433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Factors That Indicate Churn Risk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Based on analysis, these behaviors strongly correlate with churn.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bg1"/>
                </a:solidFill>
              </a:rPr>
              <a:t>Indicator	                  Risk Level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No activity for 90 days	High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Frequent complaints	High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Reduced purchases	Medium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chemeClr val="bg1"/>
                </a:solidFill>
              </a:rPr>
              <a:t>Low engagement	Medium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20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chemeClr val="bg1"/>
                </a:solidFill>
              </a:rPr>
              <a:t>Example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bg1"/>
                </a:solidFill>
              </a:rPr>
              <a:t>Customer C345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Last login: 120 days ago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Complaints: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Purchases: none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>
                <a:solidFill>
                  <a:schemeClr val="bg1"/>
                </a:solidFill>
              </a:rPr>
              <a:t>→ High churn probability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Customer Risk Segmentation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407160" y="1211580"/>
            <a:ext cx="6933565" cy="3695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>
                <a:solidFill>
                  <a:schemeClr val="bg1"/>
                </a:solidFill>
              </a:rPr>
              <a:t>Risk Categories</a:t>
            </a:r>
          </a:p>
          <a:p>
            <a:r>
              <a:rPr lang="en-US" altLang="en-US">
                <a:solidFill>
                  <a:schemeClr val="bg1"/>
                </a:solidFill>
              </a:rPr>
              <a:t>Customers are categorized into three groups.</a:t>
            </a: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Risk Level	                 Description</a:t>
            </a:r>
          </a:p>
          <a:p>
            <a:r>
              <a:rPr lang="en-US" altLang="en-US">
                <a:solidFill>
                  <a:schemeClr val="bg1"/>
                </a:solidFill>
              </a:rPr>
              <a:t>High Risk	                 Likely to churn soon</a:t>
            </a:r>
          </a:p>
          <a:p>
            <a:r>
              <a:rPr lang="en-US" altLang="en-US">
                <a:solidFill>
                  <a:schemeClr val="bg1"/>
                </a:solidFill>
              </a:rPr>
              <a:t>Medium Risk               Potential future churn</a:t>
            </a:r>
          </a:p>
          <a:p>
            <a:r>
              <a:rPr lang="en-US" altLang="en-US">
                <a:solidFill>
                  <a:schemeClr val="bg1"/>
                </a:solidFill>
              </a:rPr>
              <a:t>Low Risk	                 Stable customers</a:t>
            </a: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 b="1">
                <a:solidFill>
                  <a:schemeClr val="bg1"/>
                </a:solidFill>
              </a:rPr>
              <a:t>Example Result</a:t>
            </a:r>
          </a:p>
          <a:p>
            <a:r>
              <a:rPr lang="en-US" altLang="en-US" sz="1600">
                <a:solidFill>
                  <a:schemeClr val="bg1"/>
                </a:solidFill>
              </a:rPr>
              <a:t>Risk Level	        Number of Customers</a:t>
            </a:r>
          </a:p>
          <a:p>
            <a:r>
              <a:rPr lang="en-US" altLang="en-US">
                <a:solidFill>
                  <a:schemeClr val="bg1"/>
                </a:solidFill>
              </a:rPr>
              <a:t>High	        120</a:t>
            </a:r>
          </a:p>
          <a:p>
            <a:r>
              <a:rPr lang="en-US" altLang="en-US">
                <a:solidFill>
                  <a:schemeClr val="bg1"/>
                </a:solidFill>
              </a:rPr>
              <a:t>Medium	        300</a:t>
            </a:r>
          </a:p>
          <a:p>
            <a:r>
              <a:rPr lang="en-US" altLang="en-US">
                <a:solidFill>
                  <a:schemeClr val="bg1"/>
                </a:solidFill>
              </a:rPr>
              <a:t>Low	        580</a:t>
            </a:r>
          </a:p>
          <a:p>
            <a:endParaRPr lang="en-US" altLang="en-US" sz="1600">
              <a:solidFill>
                <a:schemeClr val="bg1"/>
              </a:solidFill>
            </a:endParaRPr>
          </a:p>
          <a:p>
            <a:r>
              <a:rPr lang="en-US" altLang="en-US" sz="1600">
                <a:solidFill>
                  <a:schemeClr val="bg1"/>
                </a:solidFill>
              </a:rPr>
              <a:t>Visual suggestion: Bar Chartk Categories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High-Risk Customer List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339850" y="1021080"/>
            <a:ext cx="693356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Customers Requiring Immediate Attention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Example high-risk customers: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Customer ID	Risk Level	Reason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C1023	High	No activity in 3 months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C2045	High	Multiple complaints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C1877	High	Reduced purchases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Actionable Insight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Customer service team should contact these customers immediately</a:t>
            </a:r>
            <a:r>
              <a:rPr lang="en-US" altLang="en-US">
                <a:solidFill>
                  <a:schemeClr val="bg1"/>
                </a:solidFill>
              </a:rPr>
              <a:t>.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Example actions:</a:t>
            </a: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Discount offers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 support calls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Loyalty rewards</a:t>
            </a:r>
          </a:p>
          <a:p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Business Recommendations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339850" y="1021080"/>
            <a:ext cx="693356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bg1"/>
                </a:solidFill>
              </a:rPr>
              <a:t>Customer Retention Strategies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Recommended Actions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Loyalty discounts</a:t>
            </a:r>
          </a:p>
          <a:p>
            <a:pPr marL="228600" indent="-228600">
              <a:buAutoNum type="arabicPeriod"/>
            </a:pPr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Personalized offers</a:t>
            </a:r>
          </a:p>
          <a:p>
            <a:pPr marL="228600" indent="-228600">
              <a:buAutoNum type="arabicPeriod"/>
            </a:pPr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Customer support follow-ups</a:t>
            </a:r>
          </a:p>
          <a:p>
            <a:pPr marL="228600" indent="-228600">
              <a:buAutoNum type="arabicPeriod"/>
            </a:pPr>
            <a:endParaRPr lang="en-US" altLang="en-US" sz="120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en-US" sz="1200">
                <a:solidFill>
                  <a:schemeClr val="bg1"/>
                </a:solidFill>
              </a:rPr>
              <a:t>Email or SMS engagement campaigns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b="1">
                <a:solidFill>
                  <a:schemeClr val="bg1"/>
                </a:solidFill>
              </a:rPr>
              <a:t>Example</a:t>
            </a: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Customer	Recommended Action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C1023	Send discount coupon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C2045	Customer support call</a:t>
            </a:r>
          </a:p>
          <a:p>
            <a:r>
              <a:rPr lang="en-US" altLang="en-US" sz="1200">
                <a:solidFill>
                  <a:schemeClr val="bg1"/>
                </a:solidFill>
              </a:rPr>
              <a:t>C1877	Special promotion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These actions increase customer satisfaction and reduce churn.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105" y="212725"/>
            <a:ext cx="7717790" cy="33655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key insights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803910" y="931545"/>
            <a:ext cx="755840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b="1">
                <a:solidFill>
                  <a:schemeClr val="bg1"/>
                </a:solidFill>
              </a:rPr>
              <a:t>Key Churn Indicators – 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Low product usage increases churn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Frequent complaints indicate unhappy customers.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High subscription cost contributes to churn.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Customer Risk Segmentation – 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Customers are grouped into Low, Medium, and High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High-risk customers show low engagement.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Segmentation helps focus retention efforts.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High-Risk Customer List – 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Around 15–20% customers are high risk.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Most show declining activity.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Early action can help retain them.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  <a:p>
            <a:r>
              <a:rPr lang="en-US" altLang="en-US" sz="1200">
                <a:solidFill>
                  <a:schemeClr val="bg1"/>
                </a:solidFill>
              </a:rPr>
              <a:t>.</a:t>
            </a:r>
          </a:p>
          <a:p>
            <a:endParaRPr lang="en-US" altLang="en-US" sz="1200">
              <a:solidFill>
                <a:schemeClr val="bg1"/>
              </a:solidFill>
            </a:endParaRPr>
          </a:p>
          <a:p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25" y="212500"/>
            <a:ext cx="7717500" cy="47820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</a:rPr>
              <a:t>conclusion</a:t>
            </a:r>
          </a:p>
        </p:txBody>
      </p:sp>
      <p:cxnSp>
        <p:nvCxnSpPr>
          <p:cNvPr id="2704" name="Google Shape;2704;p44"/>
          <p:cNvCxnSpPr/>
          <p:nvPr>
            <p:custDataLst>
              <p:tags r:id="rId1"/>
            </p:custDataLst>
          </p:nvPr>
        </p:nvCxnSpPr>
        <p:spPr>
          <a:xfrm>
            <a:off x="2449288" y="855845"/>
            <a:ext cx="4156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28588" algn="bl" rotWithShape="0">
              <a:schemeClr val="accent1"/>
            </a:outerShdw>
          </a:effectLst>
        </p:spPr>
      </p:cxnSp>
      <p:sp>
        <p:nvSpPr>
          <p:cNvPr id="3" name="Text Box 2"/>
          <p:cNvSpPr txBox="1"/>
          <p:nvPr/>
        </p:nvSpPr>
        <p:spPr>
          <a:xfrm>
            <a:off x="1339850" y="1021080"/>
            <a:ext cx="6933565" cy="4112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b="1">
                <a:solidFill>
                  <a:schemeClr val="bg1"/>
                </a:solidFill>
              </a:rPr>
              <a:t>Business Benefits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Reduce churn by 10–15%</a:t>
            </a:r>
          </a:p>
          <a:p>
            <a:pPr marL="228600" indent="-228600" algn="l">
              <a:buAutoNum type="arabicPeriod"/>
            </a:pPr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Increase customer retention</a:t>
            </a:r>
          </a:p>
          <a:p>
            <a:pPr marL="228600" indent="-228600" algn="l">
              <a:buAutoNum type="arabicPeriod"/>
            </a:pPr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Improve customer satisfaction</a:t>
            </a:r>
          </a:p>
          <a:p>
            <a:pPr marL="228600" indent="-228600" algn="l">
              <a:buAutoNum type="arabicPeriod"/>
            </a:pPr>
            <a:endParaRPr lang="en-US" altLang="en-US" sz="1000">
              <a:solidFill>
                <a:schemeClr val="bg1"/>
              </a:solidFill>
            </a:endParaRPr>
          </a:p>
          <a:p>
            <a:pPr marL="228600" indent="-228600" algn="l">
              <a:buAutoNum type="arabicPeriod"/>
            </a:pPr>
            <a:r>
              <a:rPr lang="en-US" altLang="en-US" sz="1000">
                <a:solidFill>
                  <a:schemeClr val="bg1"/>
                </a:solidFill>
              </a:rPr>
              <a:t>Increase long-term revenue</a:t>
            </a:r>
          </a:p>
          <a:p>
            <a:pPr marL="228600" indent="-228600" algn="l">
              <a:buAutoNum type="arabicPeriod"/>
            </a:pPr>
            <a:endParaRPr lang="en-US" altLang="en-US" sz="1200" b="1">
              <a:solidFill>
                <a:schemeClr val="bg1"/>
              </a:solidFill>
            </a:endParaRPr>
          </a:p>
          <a:p>
            <a:r>
              <a:rPr lang="en-US" altLang="en-US" sz="1200" b="1">
                <a:solidFill>
                  <a:schemeClr val="bg1"/>
                </a:solidFill>
              </a:rPr>
              <a:t>Churn Dashboard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Create charts using: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Microsoft Excel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Microsoft Power BI</a:t>
            </a:r>
          </a:p>
          <a:p>
            <a:endParaRPr lang="en-US" altLang="en-US" sz="1000">
              <a:solidFill>
                <a:schemeClr val="bg1"/>
              </a:solidFill>
            </a:endParaRPr>
          </a:p>
          <a:p>
            <a:r>
              <a:rPr lang="en-US" altLang="en-US" sz="1000">
                <a:solidFill>
                  <a:schemeClr val="bg1"/>
                </a:solidFill>
              </a:rPr>
              <a:t>Charts to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Churn risk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Customer activity trend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bg1"/>
                </a:solidFill>
              </a:rPr>
              <a:t>Complaint frequency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40;p74"/>
          <p:cNvSpPr txBox="1"/>
          <p:nvPr/>
        </p:nvSpPr>
        <p:spPr>
          <a:xfrm>
            <a:off x="2409473" y="1492069"/>
            <a:ext cx="4325053" cy="21593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60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omputer Science &amp; Mathematics Major For College: Computer Science &amp; Programming by Slidesgo">
  <a:themeElements>
    <a:clrScheme name="Simple Light">
      <a:dk1>
        <a:srgbClr val="000304"/>
      </a:dk1>
      <a:lt1>
        <a:srgbClr val="FFFFFF"/>
      </a:lt1>
      <a:dk2>
        <a:srgbClr val="00A4FF"/>
      </a:dk2>
      <a:lt2>
        <a:srgbClr val="E63B00"/>
      </a:lt2>
      <a:accent1>
        <a:srgbClr val="00E9FF"/>
      </a:accent1>
      <a:accent2>
        <a:srgbClr val="FFFFFF"/>
      </a:accent2>
      <a:accent3>
        <a:srgbClr val="91A7A8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On-screen Show (16:9)</PresentationFormat>
  <Paragraphs>215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Play</vt:lpstr>
      <vt:lpstr>Source Sans Pro</vt:lpstr>
      <vt:lpstr>Computer Science &amp; Mathematics Major For College: Computer Science &amp; Programming by Slidesgo</vt:lpstr>
      <vt:lpstr>RETAIL CUSTOMER BEHAVIOR &amp; RFM ANALYSIS  Business Insights &amp; Action Plan</vt:lpstr>
      <vt:lpstr>Business Problem</vt:lpstr>
      <vt:lpstr>Project Objective  </vt:lpstr>
      <vt:lpstr>PowerPoint Presentation</vt:lpstr>
      <vt:lpstr>PowerPoint Presentation</vt:lpstr>
      <vt:lpstr>PowerPoint Presentation</vt:lpstr>
      <vt:lpstr>Customer Risk Segmentation</vt:lpstr>
      <vt:lpstr>High-Risk Customer List</vt:lpstr>
      <vt:lpstr>Business Recommendations</vt:lpstr>
      <vt:lpstr>key 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MR.ROSHAN KUMAR NAYAK</cp:lastModifiedBy>
  <cp:revision>1</cp:revision>
  <dcterms:modified xsi:type="dcterms:W3CDTF">2026-03-09T13:13:00Z</dcterms:modified>
</cp:coreProperties>
</file>